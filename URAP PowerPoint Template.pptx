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xlsx" ContentType="application/vnd.openxmlformats-officedocument.spreadsheetml.sheet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61" r:id="rId3"/>
    <p:sldId id="327" r:id="rId4"/>
    <p:sldId id="315" r:id="rId5"/>
    <p:sldId id="310" r:id="rId6"/>
    <p:sldId id="289" r:id="rId7"/>
    <p:sldId id="331" r:id="rId8"/>
    <p:sldId id="303" r:id="rId9"/>
    <p:sldId id="302" r:id="rId10"/>
    <p:sldId id="295" r:id="rId11"/>
    <p:sldId id="296" r:id="rId12"/>
    <p:sldId id="297" r:id="rId13"/>
    <p:sldId id="332" r:id="rId14"/>
    <p:sldId id="317" r:id="rId15"/>
    <p:sldId id="275" r:id="rId16"/>
    <p:sldId id="276" r:id="rId17"/>
    <p:sldId id="280" r:id="rId18"/>
    <p:sldId id="281" r:id="rId19"/>
    <p:sldId id="274" r:id="rId20"/>
    <p:sldId id="277" r:id="rId21"/>
    <p:sldId id="279" r:id="rId22"/>
    <p:sldId id="318" r:id="rId23"/>
    <p:sldId id="290" r:id="rId24"/>
    <p:sldId id="291" r:id="rId25"/>
    <p:sldId id="283" r:id="rId26"/>
    <p:sldId id="282" r:id="rId27"/>
    <p:sldId id="294" r:id="rId28"/>
    <p:sldId id="292" r:id="rId29"/>
    <p:sldId id="293" r:id="rId30"/>
    <p:sldId id="304" r:id="rId31"/>
    <p:sldId id="278" r:id="rId32"/>
    <p:sldId id="284" r:id="rId33"/>
    <p:sldId id="285" r:id="rId34"/>
    <p:sldId id="309" r:id="rId35"/>
    <p:sldId id="286" r:id="rId36"/>
    <p:sldId id="287" r:id="rId37"/>
    <p:sldId id="288" r:id="rId38"/>
    <p:sldId id="316" r:id="rId39"/>
    <p:sldId id="298" r:id="rId40"/>
    <p:sldId id="299" r:id="rId41"/>
    <p:sldId id="300" r:id="rId42"/>
    <p:sldId id="301" r:id="rId43"/>
    <p:sldId id="319" r:id="rId44"/>
    <p:sldId id="305" r:id="rId45"/>
    <p:sldId id="306" r:id="rId46"/>
    <p:sldId id="307" r:id="rId47"/>
    <p:sldId id="308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12" r:id="rId56"/>
    <p:sldId id="267" r:id="rId57"/>
    <p:sldId id="269" r:id="rId58"/>
    <p:sldId id="329" r:id="rId59"/>
    <p:sldId id="328" r:id="rId60"/>
    <p:sldId id="330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CEA2"/>
    <a:srgbClr val="29323C"/>
    <a:srgbClr val="33001B"/>
    <a:srgbClr val="3A7BD5"/>
    <a:srgbClr val="185A9D"/>
    <a:srgbClr val="485563"/>
    <a:srgbClr val="FF0084"/>
    <a:srgbClr val="49A09D"/>
    <a:srgbClr val="5F2C82"/>
    <a:srgbClr val="00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4674"/>
  </p:normalViewPr>
  <p:slideViewPr>
    <p:cSldViewPr snapToGrid="0" snapToObjects="1">
      <p:cViewPr>
        <p:scale>
          <a:sx n="150" d="100"/>
          <a:sy n="150" d="100"/>
        </p:scale>
        <p:origin x="160" y="-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45" d="100"/>
          <a:sy n="145" d="100"/>
        </p:scale>
        <p:origin x="37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85428464639215"/>
          <c:y val="0.0617280537371221"/>
          <c:w val="0.936739962570068"/>
          <c:h val="0.830777830672425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43CEA2"/>
            </a:solidFill>
            <a:ln w="12700"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2014.0</c:v>
                </c:pt>
                <c:pt idx="1">
                  <c:v>2015.0</c:v>
                </c:pt>
                <c:pt idx="2">
                  <c:v>2016.0</c:v>
                </c:pt>
                <c:pt idx="3">
                  <c:v>2017.0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 w="12700"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2014.0</c:v>
                </c:pt>
                <c:pt idx="1">
                  <c:v>2015.0</c:v>
                </c:pt>
                <c:pt idx="2">
                  <c:v>2016.0</c:v>
                </c:pt>
                <c:pt idx="3">
                  <c:v>2017.0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2.7</c:v>
                </c:pt>
                <c:pt idx="3">
                  <c:v>3.7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51416240"/>
        <c:axId val="-204358899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 w="12700"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2014.0</c:v>
                      </c:pt>
                      <c:pt idx="1">
                        <c:v>2015.0</c:v>
                      </c:pt>
                      <c:pt idx="2">
                        <c:v>2016.0</c:v>
                      </c:pt>
                      <c:pt idx="3">
                        <c:v>2017.0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4.3</c:v>
                      </c:pt>
                      <c:pt idx="1">
                        <c:v>2.5</c:v>
                      </c:pt>
                      <c:pt idx="2">
                        <c:v>3.5</c:v>
                      </c:pt>
                      <c:pt idx="3">
                        <c:v>4.5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 w="12700">
                    <a:noFill/>
                  </a:ln>
                  <a:effectLst/>
                </c:spPr>
                <c:invertIfNegative val="0"/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2014.0</c:v>
                      </c:pt>
                      <c:pt idx="1">
                        <c:v>2015.0</c:v>
                      </c:pt>
                      <c:pt idx="2">
                        <c:v>2016.0</c:v>
                      </c:pt>
                      <c:pt idx="3">
                        <c:v>2017.0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2.4</c:v>
                      </c:pt>
                      <c:pt idx="1">
                        <c:v>4.4</c:v>
                      </c:pt>
                      <c:pt idx="2">
                        <c:v>1.8</c:v>
                      </c:pt>
                      <c:pt idx="3">
                        <c:v>1.0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751416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pPr>
            <a:endParaRPr lang="en-US"/>
          </a:p>
        </c:txPr>
        <c:crossAx val="-2043588992"/>
        <c:crosses val="autoZero"/>
        <c:auto val="1"/>
        <c:lblAlgn val="ctr"/>
        <c:lblOffset val="100"/>
        <c:noMultiLvlLbl val="0"/>
      </c:catAx>
      <c:valAx>
        <c:axId val="-204358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7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pPr>
            <a:endParaRPr lang="en-US"/>
          </a:p>
        </c:txPr>
        <c:crossAx val="175141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 b="0" i="0">
          <a:solidFill>
            <a:schemeClr val="tx1">
              <a:lumMod val="75000"/>
              <a:lumOff val="25000"/>
            </a:schemeClr>
          </a:solidFill>
          <a:latin typeface="Roboto Thin" charset="0"/>
          <a:ea typeface="Roboto Thin" charset="0"/>
          <a:cs typeface="Roboto Thin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9819143700787"/>
          <c:y val="0.0455608202251241"/>
          <c:w val="0.945830585629921"/>
          <c:h val="0.853252213627834"/>
        </c:manualLayout>
      </c:layout>
      <c:barChart>
        <c:barDir val="bar"/>
        <c:grouping val="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Sheet1!$A$2:$A$8</c:f>
              <c:numCache>
                <c:formatCode>General</c:formatCode>
                <c:ptCount val="7"/>
                <c:pt idx="0">
                  <c:v>2010.0</c:v>
                </c:pt>
                <c:pt idx="1">
                  <c:v>2011.0</c:v>
                </c:pt>
                <c:pt idx="2">
                  <c:v>2012.0</c:v>
                </c:pt>
                <c:pt idx="3">
                  <c:v>2013.0</c:v>
                </c:pt>
                <c:pt idx="4">
                  <c:v>2014.0</c:v>
                </c:pt>
                <c:pt idx="5">
                  <c:v>2015.0</c:v>
                </c:pt>
                <c:pt idx="6">
                  <c:v>2016.0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5.0</c:v>
                </c:pt>
                <c:pt idx="5">
                  <c:v>12.6</c:v>
                </c:pt>
                <c:pt idx="6">
                  <c:v>22.5</c:v>
                </c:pt>
              </c:numCache>
            </c:numRef>
          </c:val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43CEA2"/>
            </a:solidFill>
            <a:ln>
              <a:noFill/>
            </a:ln>
            <a:effectLst/>
          </c:spPr>
          <c:invertIfNegative val="0"/>
          <c:cat>
            <c:numRef>
              <c:f>Sheet1!$A$2:$A$8</c:f>
              <c:numCache>
                <c:formatCode>General</c:formatCode>
                <c:ptCount val="7"/>
                <c:pt idx="0">
                  <c:v>2010.0</c:v>
                </c:pt>
                <c:pt idx="1">
                  <c:v>2011.0</c:v>
                </c:pt>
                <c:pt idx="2">
                  <c:v>2012.0</c:v>
                </c:pt>
                <c:pt idx="3">
                  <c:v>2013.0</c:v>
                </c:pt>
                <c:pt idx="4">
                  <c:v>2014.0</c:v>
                </c:pt>
                <c:pt idx="5">
                  <c:v>2015.0</c:v>
                </c:pt>
                <c:pt idx="6">
                  <c:v>2016.0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  <c:pt idx="4">
                  <c:v>8.5</c:v>
                </c:pt>
                <c:pt idx="5">
                  <c:v>15.0</c:v>
                </c:pt>
                <c:pt idx="6">
                  <c:v>26.0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111315056"/>
        <c:axId val="2111361760"/>
      </c:barChart>
      <c:catAx>
        <c:axId val="2111315056"/>
        <c:scaling>
          <c:orientation val="minMax"/>
        </c:scaling>
        <c:delete val="0"/>
        <c:axPos val="l"/>
        <c:min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pPr>
            <a:endParaRPr lang="en-US"/>
          </a:p>
        </c:txPr>
        <c:crossAx val="2111361760"/>
        <c:crosses val="autoZero"/>
        <c:auto val="1"/>
        <c:lblAlgn val="ctr"/>
        <c:lblOffset val="100"/>
        <c:noMultiLvlLbl val="0"/>
      </c:catAx>
      <c:valAx>
        <c:axId val="21113617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pPr>
            <a:endParaRPr lang="en-US"/>
          </a:p>
        </c:txPr>
        <c:crossAx val="2111315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>
              <a:lumMod val="75000"/>
              <a:lumOff val="25000"/>
            </a:schemeClr>
          </a:solidFill>
          <a:latin typeface="Roboto Thin" charset="0"/>
          <a:ea typeface="Roboto Thin" charset="0"/>
          <a:cs typeface="Roboto Thin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rgbClr val="43CEA2"/>
              </a:solidFill>
              <a:ln>
                <a:noFill/>
              </a:ln>
              <a:effectLst/>
            </c:spPr>
          </c:dPt>
          <c:cat>
            <c:numRef>
              <c:f>Sheet1!$A$2:$A$5</c:f>
              <c:numCache>
                <c:formatCode>General</c:formatCode>
                <c:ptCount val="4"/>
                <c:pt idx="0">
                  <c:v>2014.0</c:v>
                </c:pt>
                <c:pt idx="1">
                  <c:v>2015.0</c:v>
                </c:pt>
                <c:pt idx="2">
                  <c:v>2016.0</c:v>
                </c:pt>
                <c:pt idx="3">
                  <c:v>2017.0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</c:dPt>
          <c:cat>
            <c:numRef>
              <c:f>Sheet1!$A$2:$A$5</c:f>
              <c:numCache>
                <c:formatCode>General</c:formatCode>
                <c:ptCount val="4"/>
                <c:pt idx="0">
                  <c:v>2014.0</c:v>
                </c:pt>
                <c:pt idx="1">
                  <c:v>2015.0</c:v>
                </c:pt>
                <c:pt idx="2">
                  <c:v>2016.0</c:v>
                </c:pt>
                <c:pt idx="3">
                  <c:v>2017.0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</c:dPt>
          <c:cat>
            <c:numRef>
              <c:f>Sheet1!$A$2:$A$5</c:f>
              <c:numCache>
                <c:formatCode>General</c:formatCode>
                <c:ptCount val="4"/>
                <c:pt idx="0">
                  <c:v>2014.0</c:v>
                </c:pt>
                <c:pt idx="1">
                  <c:v>2015.0</c:v>
                </c:pt>
                <c:pt idx="2">
                  <c:v>2016.0</c:v>
                </c:pt>
                <c:pt idx="3">
                  <c:v>2017.0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</c:dPt>
          <c:cat>
            <c:numRef>
              <c:f>Sheet1!$A$2:$A$5</c:f>
              <c:numCache>
                <c:formatCode>General</c:formatCode>
                <c:ptCount val="4"/>
                <c:pt idx="0">
                  <c:v>2014.0</c:v>
                </c:pt>
                <c:pt idx="1">
                  <c:v>2015.0</c:v>
                </c:pt>
                <c:pt idx="2">
                  <c:v>2016.0</c:v>
                </c:pt>
                <c:pt idx="3">
                  <c:v>2017.0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2.7</c:v>
                </c:pt>
                <c:pt idx="3">
                  <c:v>3.7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>
              <a:lumMod val="65000"/>
              <a:lumOff val="35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9819143700787"/>
          <c:y val="0.0455608202251241"/>
          <c:w val="0.945830585629921"/>
          <c:h val="0.85325221362783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2010.0</c:v>
                </c:pt>
                <c:pt idx="1">
                  <c:v>2011.0</c:v>
                </c:pt>
                <c:pt idx="2">
                  <c:v>2012.0</c:v>
                </c:pt>
                <c:pt idx="3">
                  <c:v>2013.0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43CEA2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2010.0</c:v>
                </c:pt>
                <c:pt idx="1">
                  <c:v>2011.0</c:v>
                </c:pt>
                <c:pt idx="2">
                  <c:v>2012.0</c:v>
                </c:pt>
                <c:pt idx="3">
                  <c:v>2013.0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0"/>
        <c:overlap val="-100"/>
        <c:axId val="-2046954272"/>
        <c:axId val="-2080084128"/>
      </c:barChart>
      <c:catAx>
        <c:axId val="-2046954272"/>
        <c:scaling>
          <c:orientation val="minMax"/>
        </c:scaling>
        <c:delete val="0"/>
        <c:axPos val="l"/>
        <c:min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pPr>
            <a:endParaRPr lang="en-US"/>
          </a:p>
        </c:txPr>
        <c:crossAx val="-2080084128"/>
        <c:crosses val="autoZero"/>
        <c:auto val="1"/>
        <c:lblAlgn val="ctr"/>
        <c:lblOffset val="100"/>
        <c:noMultiLvlLbl val="0"/>
      </c:catAx>
      <c:valAx>
        <c:axId val="-2080084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pPr>
            <a:endParaRPr lang="en-US"/>
          </a:p>
        </c:txPr>
        <c:crossAx val="-2046954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>
              <a:lumMod val="75000"/>
              <a:lumOff val="25000"/>
            </a:schemeClr>
          </a:solidFill>
          <a:latin typeface="Helvetica Neue Thin" charset="0"/>
          <a:ea typeface="Helvetica Neue Thin" charset="0"/>
          <a:cs typeface="Helvetica Neue Thin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9819143700787"/>
          <c:y val="0.0455608202251241"/>
          <c:w val="0.945830585629921"/>
          <c:h val="0.853252213627834"/>
        </c:manualLayout>
      </c:layout>
      <c:areaChart>
        <c:grouping val="stacke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c:spPr>
          <c:cat>
            <c:numRef>
              <c:f>Sheet1!$A$2:$A$8</c:f>
              <c:numCache>
                <c:formatCode>General</c:formatCode>
                <c:ptCount val="7"/>
                <c:pt idx="0">
                  <c:v>2010.0</c:v>
                </c:pt>
                <c:pt idx="1">
                  <c:v>2011.0</c:v>
                </c:pt>
                <c:pt idx="2">
                  <c:v>2012.0</c:v>
                </c:pt>
                <c:pt idx="3">
                  <c:v>2013.0</c:v>
                </c:pt>
                <c:pt idx="4">
                  <c:v>2014.0</c:v>
                </c:pt>
                <c:pt idx="5">
                  <c:v>2015.0</c:v>
                </c:pt>
                <c:pt idx="6">
                  <c:v>2016.0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  <c:pt idx="4">
                  <c:v>5.0</c:v>
                </c:pt>
                <c:pt idx="5">
                  <c:v>12.6</c:v>
                </c:pt>
                <c:pt idx="6">
                  <c:v>22.5</c:v>
                </c:pt>
              </c:numCache>
            </c:numRef>
          </c:val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43CEA2"/>
            </a:solidFill>
            <a:ln>
              <a:noFill/>
            </a:ln>
            <a:effectLst/>
          </c:spPr>
          <c:cat>
            <c:numRef>
              <c:f>Sheet1!$A$2:$A$8</c:f>
              <c:numCache>
                <c:formatCode>General</c:formatCode>
                <c:ptCount val="7"/>
                <c:pt idx="0">
                  <c:v>2010.0</c:v>
                </c:pt>
                <c:pt idx="1">
                  <c:v>2011.0</c:v>
                </c:pt>
                <c:pt idx="2">
                  <c:v>2012.0</c:v>
                </c:pt>
                <c:pt idx="3">
                  <c:v>2013.0</c:v>
                </c:pt>
                <c:pt idx="4">
                  <c:v>2014.0</c:v>
                </c:pt>
                <c:pt idx="5">
                  <c:v>2015.0</c:v>
                </c:pt>
                <c:pt idx="6">
                  <c:v>2016.0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5.0</c:v>
                </c:pt>
                <c:pt idx="4">
                  <c:v>8.5</c:v>
                </c:pt>
                <c:pt idx="5">
                  <c:v>15.0</c:v>
                </c:pt>
                <c:pt idx="6">
                  <c:v>26.0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19461520"/>
        <c:axId val="-2080088496"/>
      </c:areaChart>
      <c:catAx>
        <c:axId val="-2019461520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pPr>
            <a:endParaRPr lang="en-US"/>
          </a:p>
        </c:txPr>
        <c:crossAx val="-2080088496"/>
        <c:crosses val="autoZero"/>
        <c:auto val="1"/>
        <c:lblAlgn val="ctr"/>
        <c:lblOffset val="100"/>
        <c:noMultiLvlLbl val="0"/>
      </c:catAx>
      <c:valAx>
        <c:axId val="-20800884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defRPr>
            </a:pPr>
            <a:endParaRPr lang="en-US"/>
          </a:p>
        </c:txPr>
        <c:crossAx val="-20194615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 b="0" i="0">
          <a:solidFill>
            <a:schemeClr val="tx1">
              <a:lumMod val="75000"/>
              <a:lumOff val="25000"/>
            </a:schemeClr>
          </a:solidFill>
          <a:latin typeface="Helvetica Neue Thin" charset="0"/>
          <a:ea typeface="Helvetica Neue Thin" charset="0"/>
          <a:cs typeface="Helvetica Neue Thin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B9206-F897-DE47-8D1C-519608EE4E47}" type="datetimeFigureOut">
              <a:rPr lang="en-US" smtClean="0"/>
              <a:t>3/19/16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4E6D5-60C0-B746-96FC-238F20D46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3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33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04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64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97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1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78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02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79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E4E6D5-60C0-B746-96FC-238F20D46DD4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27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329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359790" y="332295"/>
            <a:ext cx="11472420" cy="6193410"/>
          </a:xfrm>
          <a:custGeom>
            <a:avLst/>
            <a:gdLst>
              <a:gd name="connsiteX0" fmla="*/ 0 w 11472420"/>
              <a:gd name="connsiteY0" fmla="*/ 0 h 6193410"/>
              <a:gd name="connsiteX1" fmla="*/ 11472420 w 11472420"/>
              <a:gd name="connsiteY1" fmla="*/ 0 h 6193410"/>
              <a:gd name="connsiteX2" fmla="*/ 11472420 w 11472420"/>
              <a:gd name="connsiteY2" fmla="*/ 6193410 h 6193410"/>
              <a:gd name="connsiteX3" fmla="*/ 0 w 11472420"/>
              <a:gd name="connsiteY3" fmla="*/ 6193410 h 6193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72420" h="6193410">
                <a:moveTo>
                  <a:pt x="0" y="0"/>
                </a:moveTo>
                <a:lnTo>
                  <a:pt x="11472420" y="0"/>
                </a:lnTo>
                <a:lnTo>
                  <a:pt x="11472420" y="6193410"/>
                </a:lnTo>
                <a:lnTo>
                  <a:pt x="0" y="61934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40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246667" y="214460"/>
            <a:ext cx="7946796" cy="6429081"/>
          </a:xfrm>
          <a:custGeom>
            <a:avLst/>
            <a:gdLst>
              <a:gd name="connsiteX0" fmla="*/ 0 w 7946796"/>
              <a:gd name="connsiteY0" fmla="*/ 0 h 6429081"/>
              <a:gd name="connsiteX1" fmla="*/ 7946796 w 7946796"/>
              <a:gd name="connsiteY1" fmla="*/ 0 h 6429081"/>
              <a:gd name="connsiteX2" fmla="*/ 7946796 w 7946796"/>
              <a:gd name="connsiteY2" fmla="*/ 6429081 h 6429081"/>
              <a:gd name="connsiteX3" fmla="*/ 0 w 7946796"/>
              <a:gd name="connsiteY3" fmla="*/ 6429081 h 6429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6796" h="6429081">
                <a:moveTo>
                  <a:pt x="0" y="0"/>
                </a:moveTo>
                <a:lnTo>
                  <a:pt x="7946796" y="0"/>
                </a:lnTo>
                <a:lnTo>
                  <a:pt x="7946796" y="6429081"/>
                </a:lnTo>
                <a:lnTo>
                  <a:pt x="0" y="64290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75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079999" y="440267"/>
            <a:ext cx="6705600" cy="5977467"/>
          </a:xfrm>
          <a:custGeom>
            <a:avLst/>
            <a:gdLst>
              <a:gd name="connsiteX0" fmla="*/ 0 w 6705600"/>
              <a:gd name="connsiteY0" fmla="*/ 0 h 5977467"/>
              <a:gd name="connsiteX1" fmla="*/ 6705600 w 6705600"/>
              <a:gd name="connsiteY1" fmla="*/ 0 h 5977467"/>
              <a:gd name="connsiteX2" fmla="*/ 6705600 w 6705600"/>
              <a:gd name="connsiteY2" fmla="*/ 5977467 h 5977467"/>
              <a:gd name="connsiteX3" fmla="*/ 0 w 6705600"/>
              <a:gd name="connsiteY3" fmla="*/ 5977467 h 597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5600" h="5977467">
                <a:moveTo>
                  <a:pt x="0" y="0"/>
                </a:moveTo>
                <a:lnTo>
                  <a:pt x="6705600" y="0"/>
                </a:lnTo>
                <a:lnTo>
                  <a:pt x="6705600" y="5977467"/>
                </a:lnTo>
                <a:lnTo>
                  <a:pt x="0" y="59774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5079999" y="440267"/>
            <a:ext cx="3031068" cy="5977467"/>
          </a:xfrm>
          <a:custGeom>
            <a:avLst/>
            <a:gdLst>
              <a:gd name="connsiteX0" fmla="*/ 0 w 3031068"/>
              <a:gd name="connsiteY0" fmla="*/ 0 h 5977467"/>
              <a:gd name="connsiteX1" fmla="*/ 3031068 w 3031068"/>
              <a:gd name="connsiteY1" fmla="*/ 0 h 5977467"/>
              <a:gd name="connsiteX2" fmla="*/ 3031068 w 3031068"/>
              <a:gd name="connsiteY2" fmla="*/ 5977467 h 5977467"/>
              <a:gd name="connsiteX3" fmla="*/ 0 w 3031068"/>
              <a:gd name="connsiteY3" fmla="*/ 5977467 h 597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1068" h="5977467">
                <a:moveTo>
                  <a:pt x="0" y="0"/>
                </a:moveTo>
                <a:lnTo>
                  <a:pt x="3031068" y="0"/>
                </a:lnTo>
                <a:lnTo>
                  <a:pt x="3031068" y="5977467"/>
                </a:lnTo>
                <a:lnTo>
                  <a:pt x="0" y="59774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10405533" y="440267"/>
            <a:ext cx="1380066" cy="5977467"/>
          </a:xfrm>
          <a:custGeom>
            <a:avLst/>
            <a:gdLst>
              <a:gd name="connsiteX0" fmla="*/ 0 w 1380066"/>
              <a:gd name="connsiteY0" fmla="*/ 0 h 5977467"/>
              <a:gd name="connsiteX1" fmla="*/ 1380066 w 1380066"/>
              <a:gd name="connsiteY1" fmla="*/ 0 h 5977467"/>
              <a:gd name="connsiteX2" fmla="*/ 1380066 w 1380066"/>
              <a:gd name="connsiteY2" fmla="*/ 5977467 h 5977467"/>
              <a:gd name="connsiteX3" fmla="*/ 0 w 1380066"/>
              <a:gd name="connsiteY3" fmla="*/ 5977467 h 597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0066" h="5977467">
                <a:moveTo>
                  <a:pt x="0" y="0"/>
                </a:moveTo>
                <a:lnTo>
                  <a:pt x="1380066" y="0"/>
                </a:lnTo>
                <a:lnTo>
                  <a:pt x="1380066" y="5977467"/>
                </a:lnTo>
                <a:lnTo>
                  <a:pt x="0" y="59774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8111067" y="440267"/>
            <a:ext cx="2294466" cy="5977467"/>
          </a:xfrm>
          <a:custGeom>
            <a:avLst/>
            <a:gdLst>
              <a:gd name="connsiteX0" fmla="*/ 0 w 2294466"/>
              <a:gd name="connsiteY0" fmla="*/ 0 h 5977467"/>
              <a:gd name="connsiteX1" fmla="*/ 2294466 w 2294466"/>
              <a:gd name="connsiteY1" fmla="*/ 0 h 5977467"/>
              <a:gd name="connsiteX2" fmla="*/ 2294466 w 2294466"/>
              <a:gd name="connsiteY2" fmla="*/ 5977467 h 5977467"/>
              <a:gd name="connsiteX3" fmla="*/ 0 w 2294466"/>
              <a:gd name="connsiteY3" fmla="*/ 5977467 h 597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4466" h="5977467">
                <a:moveTo>
                  <a:pt x="0" y="0"/>
                </a:moveTo>
                <a:lnTo>
                  <a:pt x="2294466" y="0"/>
                </a:lnTo>
                <a:lnTo>
                  <a:pt x="2294466" y="5977467"/>
                </a:lnTo>
                <a:lnTo>
                  <a:pt x="0" y="59774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3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5079997" y="440266"/>
            <a:ext cx="3224723" cy="2872760"/>
          </a:xfrm>
          <a:custGeom>
            <a:avLst/>
            <a:gdLst>
              <a:gd name="connsiteX0" fmla="*/ 0 w 3224723"/>
              <a:gd name="connsiteY0" fmla="*/ 0 h 2872760"/>
              <a:gd name="connsiteX1" fmla="*/ 3224723 w 3224723"/>
              <a:gd name="connsiteY1" fmla="*/ 0 h 2872760"/>
              <a:gd name="connsiteX2" fmla="*/ 3224723 w 3224723"/>
              <a:gd name="connsiteY2" fmla="*/ 2872760 h 2872760"/>
              <a:gd name="connsiteX3" fmla="*/ 0 w 3224723"/>
              <a:gd name="connsiteY3" fmla="*/ 2872760 h 2872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4723" h="2872760">
                <a:moveTo>
                  <a:pt x="0" y="0"/>
                </a:moveTo>
                <a:lnTo>
                  <a:pt x="3224723" y="0"/>
                </a:lnTo>
                <a:lnTo>
                  <a:pt x="3224723" y="2872760"/>
                </a:lnTo>
                <a:lnTo>
                  <a:pt x="0" y="28727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8560875" y="440266"/>
            <a:ext cx="3224723" cy="2872760"/>
          </a:xfrm>
          <a:custGeom>
            <a:avLst/>
            <a:gdLst>
              <a:gd name="connsiteX0" fmla="*/ 0 w 3224723"/>
              <a:gd name="connsiteY0" fmla="*/ 0 h 2872760"/>
              <a:gd name="connsiteX1" fmla="*/ 3224723 w 3224723"/>
              <a:gd name="connsiteY1" fmla="*/ 0 h 2872760"/>
              <a:gd name="connsiteX2" fmla="*/ 3224723 w 3224723"/>
              <a:gd name="connsiteY2" fmla="*/ 2872760 h 2872760"/>
              <a:gd name="connsiteX3" fmla="*/ 0 w 3224723"/>
              <a:gd name="connsiteY3" fmla="*/ 2872760 h 2872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4723" h="2872760">
                <a:moveTo>
                  <a:pt x="0" y="0"/>
                </a:moveTo>
                <a:lnTo>
                  <a:pt x="3224723" y="0"/>
                </a:lnTo>
                <a:lnTo>
                  <a:pt x="3224723" y="2872760"/>
                </a:lnTo>
                <a:lnTo>
                  <a:pt x="0" y="28727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5079997" y="3544973"/>
            <a:ext cx="3224723" cy="2872760"/>
          </a:xfrm>
          <a:custGeom>
            <a:avLst/>
            <a:gdLst>
              <a:gd name="connsiteX0" fmla="*/ 0 w 3224723"/>
              <a:gd name="connsiteY0" fmla="*/ 0 h 2872760"/>
              <a:gd name="connsiteX1" fmla="*/ 3224723 w 3224723"/>
              <a:gd name="connsiteY1" fmla="*/ 0 h 2872760"/>
              <a:gd name="connsiteX2" fmla="*/ 3224723 w 3224723"/>
              <a:gd name="connsiteY2" fmla="*/ 2872760 h 2872760"/>
              <a:gd name="connsiteX3" fmla="*/ 0 w 3224723"/>
              <a:gd name="connsiteY3" fmla="*/ 2872760 h 2872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4723" h="2872760">
                <a:moveTo>
                  <a:pt x="0" y="0"/>
                </a:moveTo>
                <a:lnTo>
                  <a:pt x="3224723" y="0"/>
                </a:lnTo>
                <a:lnTo>
                  <a:pt x="3224723" y="2872760"/>
                </a:lnTo>
                <a:lnTo>
                  <a:pt x="0" y="28727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8560875" y="3544973"/>
            <a:ext cx="3224723" cy="2872760"/>
          </a:xfrm>
          <a:custGeom>
            <a:avLst/>
            <a:gdLst>
              <a:gd name="connsiteX0" fmla="*/ 0 w 3224723"/>
              <a:gd name="connsiteY0" fmla="*/ 0 h 2872760"/>
              <a:gd name="connsiteX1" fmla="*/ 3224723 w 3224723"/>
              <a:gd name="connsiteY1" fmla="*/ 0 h 2872760"/>
              <a:gd name="connsiteX2" fmla="*/ 3224723 w 3224723"/>
              <a:gd name="connsiteY2" fmla="*/ 2872760 h 2872760"/>
              <a:gd name="connsiteX3" fmla="*/ 0 w 3224723"/>
              <a:gd name="connsiteY3" fmla="*/ 2872760 h 2872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4723" h="2872760">
                <a:moveTo>
                  <a:pt x="0" y="0"/>
                </a:moveTo>
                <a:lnTo>
                  <a:pt x="3224723" y="0"/>
                </a:lnTo>
                <a:lnTo>
                  <a:pt x="3224723" y="2872760"/>
                </a:lnTo>
                <a:lnTo>
                  <a:pt x="0" y="287276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10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5079999" y="0"/>
            <a:ext cx="2887133" cy="2429933"/>
          </a:xfrm>
          <a:custGeom>
            <a:avLst/>
            <a:gdLst>
              <a:gd name="connsiteX0" fmla="*/ 0 w 2887133"/>
              <a:gd name="connsiteY0" fmla="*/ 0 h 2429933"/>
              <a:gd name="connsiteX1" fmla="*/ 2887133 w 2887133"/>
              <a:gd name="connsiteY1" fmla="*/ 0 h 2429933"/>
              <a:gd name="connsiteX2" fmla="*/ 2887133 w 2887133"/>
              <a:gd name="connsiteY2" fmla="*/ 2429933 h 2429933"/>
              <a:gd name="connsiteX3" fmla="*/ 0 w 2887133"/>
              <a:gd name="connsiteY3" fmla="*/ 2429933 h 2429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7133" h="2429933">
                <a:moveTo>
                  <a:pt x="0" y="0"/>
                </a:moveTo>
                <a:lnTo>
                  <a:pt x="2887133" y="0"/>
                </a:lnTo>
                <a:lnTo>
                  <a:pt x="2887133" y="2429933"/>
                </a:lnTo>
                <a:lnTo>
                  <a:pt x="0" y="24299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5079999" y="2429933"/>
            <a:ext cx="2887133" cy="4428067"/>
          </a:xfrm>
          <a:custGeom>
            <a:avLst/>
            <a:gdLst>
              <a:gd name="connsiteX0" fmla="*/ 0 w 2887133"/>
              <a:gd name="connsiteY0" fmla="*/ 0 h 4428067"/>
              <a:gd name="connsiteX1" fmla="*/ 2887133 w 2887133"/>
              <a:gd name="connsiteY1" fmla="*/ 0 h 4428067"/>
              <a:gd name="connsiteX2" fmla="*/ 2887133 w 2887133"/>
              <a:gd name="connsiteY2" fmla="*/ 4428067 h 4428067"/>
              <a:gd name="connsiteX3" fmla="*/ 0 w 2887133"/>
              <a:gd name="connsiteY3" fmla="*/ 4428067 h 442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87133" h="4428067">
                <a:moveTo>
                  <a:pt x="0" y="0"/>
                </a:moveTo>
                <a:lnTo>
                  <a:pt x="2887133" y="0"/>
                </a:lnTo>
                <a:lnTo>
                  <a:pt x="2887133" y="4428067"/>
                </a:lnTo>
                <a:lnTo>
                  <a:pt x="0" y="44280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7967131" y="0"/>
            <a:ext cx="4224868" cy="6858000"/>
          </a:xfrm>
          <a:custGeom>
            <a:avLst/>
            <a:gdLst>
              <a:gd name="connsiteX0" fmla="*/ 0 w 4224868"/>
              <a:gd name="connsiteY0" fmla="*/ 0 h 6858000"/>
              <a:gd name="connsiteX1" fmla="*/ 4224868 w 4224868"/>
              <a:gd name="connsiteY1" fmla="*/ 0 h 6858000"/>
              <a:gd name="connsiteX2" fmla="*/ 4224868 w 4224868"/>
              <a:gd name="connsiteY2" fmla="*/ 6858000 h 6858000"/>
              <a:gd name="connsiteX3" fmla="*/ 0 w 422486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4868" h="6858000">
                <a:moveTo>
                  <a:pt x="0" y="0"/>
                </a:moveTo>
                <a:lnTo>
                  <a:pt x="4224868" y="0"/>
                </a:lnTo>
                <a:lnTo>
                  <a:pt x="422486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4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486400" y="0"/>
            <a:ext cx="6705600" cy="6858000"/>
          </a:xfrm>
          <a:custGeom>
            <a:avLst/>
            <a:gdLst>
              <a:gd name="connsiteX0" fmla="*/ 0 w 5602664"/>
              <a:gd name="connsiteY0" fmla="*/ 0 h 6858000"/>
              <a:gd name="connsiteX1" fmla="*/ 5602664 w 5602664"/>
              <a:gd name="connsiteY1" fmla="*/ 0 h 6858000"/>
              <a:gd name="connsiteX2" fmla="*/ 5602664 w 5602664"/>
              <a:gd name="connsiteY2" fmla="*/ 6858000 h 6858000"/>
              <a:gd name="connsiteX3" fmla="*/ 0 w 56026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2664" h="6858000">
                <a:moveTo>
                  <a:pt x="0" y="0"/>
                </a:moveTo>
                <a:lnTo>
                  <a:pt x="5602664" y="0"/>
                </a:lnTo>
                <a:lnTo>
                  <a:pt x="560266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1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02664" cy="6858000"/>
          </a:xfrm>
          <a:custGeom>
            <a:avLst/>
            <a:gdLst>
              <a:gd name="connsiteX0" fmla="*/ 0 w 5602664"/>
              <a:gd name="connsiteY0" fmla="*/ 0 h 6858000"/>
              <a:gd name="connsiteX1" fmla="*/ 5602664 w 5602664"/>
              <a:gd name="connsiteY1" fmla="*/ 0 h 6858000"/>
              <a:gd name="connsiteX2" fmla="*/ 5602664 w 5602664"/>
              <a:gd name="connsiteY2" fmla="*/ 6858000 h 6858000"/>
              <a:gd name="connsiteX3" fmla="*/ 0 w 560266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2664" h="6858000">
                <a:moveTo>
                  <a:pt x="0" y="0"/>
                </a:moveTo>
                <a:lnTo>
                  <a:pt x="5602664" y="0"/>
                </a:lnTo>
                <a:lnTo>
                  <a:pt x="560266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76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094892"/>
            <a:ext cx="12192000" cy="3763108"/>
          </a:xfrm>
          <a:custGeom>
            <a:avLst/>
            <a:gdLst>
              <a:gd name="connsiteX0" fmla="*/ 0 w 12192000"/>
              <a:gd name="connsiteY0" fmla="*/ 0 h 3763108"/>
              <a:gd name="connsiteX1" fmla="*/ 12192000 w 12192000"/>
              <a:gd name="connsiteY1" fmla="*/ 0 h 3763108"/>
              <a:gd name="connsiteX2" fmla="*/ 12192000 w 12192000"/>
              <a:gd name="connsiteY2" fmla="*/ 3763108 h 3763108"/>
              <a:gd name="connsiteX3" fmla="*/ 0 w 12192000"/>
              <a:gd name="connsiteY3" fmla="*/ 3763108 h 376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63108">
                <a:moveTo>
                  <a:pt x="0" y="0"/>
                </a:moveTo>
                <a:lnTo>
                  <a:pt x="12192000" y="0"/>
                </a:lnTo>
                <a:lnTo>
                  <a:pt x="12192000" y="3763108"/>
                </a:lnTo>
                <a:lnTo>
                  <a:pt x="0" y="37631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77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60914"/>
          </a:xfrm>
          <a:custGeom>
            <a:avLst/>
            <a:gdLst>
              <a:gd name="connsiteX0" fmla="*/ 0 w 12192000"/>
              <a:gd name="connsiteY0" fmla="*/ 0 h 2960914"/>
              <a:gd name="connsiteX1" fmla="*/ 12192000 w 12192000"/>
              <a:gd name="connsiteY1" fmla="*/ 0 h 2960914"/>
              <a:gd name="connsiteX2" fmla="*/ 12192000 w 12192000"/>
              <a:gd name="connsiteY2" fmla="*/ 2960914 h 2960914"/>
              <a:gd name="connsiteX3" fmla="*/ 0 w 12192000"/>
              <a:gd name="connsiteY3" fmla="*/ 2960914 h 296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960914">
                <a:moveTo>
                  <a:pt x="0" y="0"/>
                </a:moveTo>
                <a:lnTo>
                  <a:pt x="12192000" y="0"/>
                </a:lnTo>
                <a:lnTo>
                  <a:pt x="12192000" y="2960914"/>
                </a:lnTo>
                <a:lnTo>
                  <a:pt x="0" y="29609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6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9"/>
          <p:cNvSpPr>
            <a:spLocks noGrp="1"/>
          </p:cNvSpPr>
          <p:nvPr>
            <p:ph type="pic" sz="quarter" idx="10"/>
          </p:nvPr>
        </p:nvSpPr>
        <p:spPr>
          <a:xfrm>
            <a:off x="0" y="1035169"/>
            <a:ext cx="3048000" cy="2432649"/>
          </a:xfrm>
          <a:custGeom>
            <a:avLst/>
            <a:gdLst>
              <a:gd name="connsiteX0" fmla="*/ 0 w 3048000"/>
              <a:gd name="connsiteY0" fmla="*/ 0 h 2432649"/>
              <a:gd name="connsiteX1" fmla="*/ 3048000 w 3048000"/>
              <a:gd name="connsiteY1" fmla="*/ 0 h 2432649"/>
              <a:gd name="connsiteX2" fmla="*/ 3048000 w 3048000"/>
              <a:gd name="connsiteY2" fmla="*/ 2432649 h 2432649"/>
              <a:gd name="connsiteX3" fmla="*/ 0 w 3048000"/>
              <a:gd name="connsiteY3" fmla="*/ 2432649 h 243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2432649">
                <a:moveTo>
                  <a:pt x="0" y="0"/>
                </a:moveTo>
                <a:lnTo>
                  <a:pt x="3048000" y="0"/>
                </a:lnTo>
                <a:lnTo>
                  <a:pt x="3048000" y="2432649"/>
                </a:lnTo>
                <a:lnTo>
                  <a:pt x="0" y="24326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3048000" y="1035169"/>
            <a:ext cx="3048000" cy="2432649"/>
          </a:xfrm>
          <a:custGeom>
            <a:avLst/>
            <a:gdLst>
              <a:gd name="connsiteX0" fmla="*/ 0 w 3048000"/>
              <a:gd name="connsiteY0" fmla="*/ 0 h 2432649"/>
              <a:gd name="connsiteX1" fmla="*/ 3048000 w 3048000"/>
              <a:gd name="connsiteY1" fmla="*/ 0 h 2432649"/>
              <a:gd name="connsiteX2" fmla="*/ 3048000 w 3048000"/>
              <a:gd name="connsiteY2" fmla="*/ 2432649 h 2432649"/>
              <a:gd name="connsiteX3" fmla="*/ 0 w 3048000"/>
              <a:gd name="connsiteY3" fmla="*/ 2432649 h 243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2432649">
                <a:moveTo>
                  <a:pt x="0" y="0"/>
                </a:moveTo>
                <a:lnTo>
                  <a:pt x="3048000" y="0"/>
                </a:lnTo>
                <a:lnTo>
                  <a:pt x="3048000" y="2432649"/>
                </a:lnTo>
                <a:lnTo>
                  <a:pt x="0" y="24326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6096000" y="1035169"/>
            <a:ext cx="3048000" cy="2432649"/>
          </a:xfrm>
          <a:custGeom>
            <a:avLst/>
            <a:gdLst>
              <a:gd name="connsiteX0" fmla="*/ 0 w 3048000"/>
              <a:gd name="connsiteY0" fmla="*/ 0 h 2432649"/>
              <a:gd name="connsiteX1" fmla="*/ 3048000 w 3048000"/>
              <a:gd name="connsiteY1" fmla="*/ 0 h 2432649"/>
              <a:gd name="connsiteX2" fmla="*/ 3048000 w 3048000"/>
              <a:gd name="connsiteY2" fmla="*/ 2432649 h 2432649"/>
              <a:gd name="connsiteX3" fmla="*/ 0 w 3048000"/>
              <a:gd name="connsiteY3" fmla="*/ 2432649 h 243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2432649">
                <a:moveTo>
                  <a:pt x="0" y="0"/>
                </a:moveTo>
                <a:lnTo>
                  <a:pt x="3048000" y="0"/>
                </a:lnTo>
                <a:lnTo>
                  <a:pt x="3048000" y="2432649"/>
                </a:lnTo>
                <a:lnTo>
                  <a:pt x="0" y="24326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15"/>
          <p:cNvSpPr>
            <a:spLocks noGrp="1"/>
          </p:cNvSpPr>
          <p:nvPr>
            <p:ph type="pic" sz="quarter" idx="13"/>
          </p:nvPr>
        </p:nvSpPr>
        <p:spPr>
          <a:xfrm>
            <a:off x="9144000" y="1035169"/>
            <a:ext cx="3048000" cy="2432649"/>
          </a:xfrm>
          <a:custGeom>
            <a:avLst/>
            <a:gdLst>
              <a:gd name="connsiteX0" fmla="*/ 0 w 3048000"/>
              <a:gd name="connsiteY0" fmla="*/ 0 h 2432649"/>
              <a:gd name="connsiteX1" fmla="*/ 3048000 w 3048000"/>
              <a:gd name="connsiteY1" fmla="*/ 0 h 2432649"/>
              <a:gd name="connsiteX2" fmla="*/ 3048000 w 3048000"/>
              <a:gd name="connsiteY2" fmla="*/ 2432649 h 2432649"/>
              <a:gd name="connsiteX3" fmla="*/ 0 w 3048000"/>
              <a:gd name="connsiteY3" fmla="*/ 2432649 h 243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2432649">
                <a:moveTo>
                  <a:pt x="0" y="0"/>
                </a:moveTo>
                <a:lnTo>
                  <a:pt x="3048000" y="0"/>
                </a:lnTo>
                <a:lnTo>
                  <a:pt x="3048000" y="2432649"/>
                </a:lnTo>
                <a:lnTo>
                  <a:pt x="0" y="24326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53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995333" y="0"/>
            <a:ext cx="2777067" cy="2780140"/>
          </a:xfrm>
          <a:custGeom>
            <a:avLst/>
            <a:gdLst>
              <a:gd name="connsiteX0" fmla="*/ 0 w 2777067"/>
              <a:gd name="connsiteY0" fmla="*/ 0 h 2780140"/>
              <a:gd name="connsiteX1" fmla="*/ 2777067 w 2777067"/>
              <a:gd name="connsiteY1" fmla="*/ 0 h 2780140"/>
              <a:gd name="connsiteX2" fmla="*/ 2777067 w 2777067"/>
              <a:gd name="connsiteY2" fmla="*/ 2780140 h 2780140"/>
              <a:gd name="connsiteX3" fmla="*/ 0 w 2777067"/>
              <a:gd name="connsiteY3" fmla="*/ 2780140 h 2780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7067" h="2780140">
                <a:moveTo>
                  <a:pt x="0" y="0"/>
                </a:moveTo>
                <a:lnTo>
                  <a:pt x="2777067" y="0"/>
                </a:lnTo>
                <a:lnTo>
                  <a:pt x="2777067" y="2780140"/>
                </a:lnTo>
                <a:lnTo>
                  <a:pt x="0" y="2780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13"/>
          <p:cNvSpPr>
            <a:spLocks noGrp="1"/>
          </p:cNvSpPr>
          <p:nvPr>
            <p:ph type="pic" sz="quarter" idx="11"/>
          </p:nvPr>
        </p:nvSpPr>
        <p:spPr>
          <a:xfrm>
            <a:off x="4995334" y="3140168"/>
            <a:ext cx="4225812" cy="2794967"/>
          </a:xfrm>
          <a:custGeom>
            <a:avLst/>
            <a:gdLst>
              <a:gd name="connsiteX0" fmla="*/ 0 w 4225812"/>
              <a:gd name="connsiteY0" fmla="*/ 0 h 2794967"/>
              <a:gd name="connsiteX1" fmla="*/ 4225812 w 4225812"/>
              <a:gd name="connsiteY1" fmla="*/ 0 h 2794967"/>
              <a:gd name="connsiteX2" fmla="*/ 4225812 w 4225812"/>
              <a:gd name="connsiteY2" fmla="*/ 2794967 h 2794967"/>
              <a:gd name="connsiteX3" fmla="*/ 0 w 4225812"/>
              <a:gd name="connsiteY3" fmla="*/ 2794967 h 279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5812" h="2794967">
                <a:moveTo>
                  <a:pt x="0" y="0"/>
                </a:moveTo>
                <a:lnTo>
                  <a:pt x="4225812" y="0"/>
                </a:lnTo>
                <a:lnTo>
                  <a:pt x="4225812" y="2794967"/>
                </a:lnTo>
                <a:lnTo>
                  <a:pt x="0" y="27949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8153400" y="795867"/>
            <a:ext cx="3225800" cy="1984274"/>
          </a:xfrm>
          <a:custGeom>
            <a:avLst/>
            <a:gdLst>
              <a:gd name="connsiteX0" fmla="*/ 0 w 3225800"/>
              <a:gd name="connsiteY0" fmla="*/ 0 h 1984274"/>
              <a:gd name="connsiteX1" fmla="*/ 3225800 w 3225800"/>
              <a:gd name="connsiteY1" fmla="*/ 0 h 1984274"/>
              <a:gd name="connsiteX2" fmla="*/ 3225800 w 3225800"/>
              <a:gd name="connsiteY2" fmla="*/ 1984274 h 1984274"/>
              <a:gd name="connsiteX3" fmla="*/ 0 w 3225800"/>
              <a:gd name="connsiteY3" fmla="*/ 1984274 h 1984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25800" h="1984274">
                <a:moveTo>
                  <a:pt x="0" y="0"/>
                </a:moveTo>
                <a:lnTo>
                  <a:pt x="3225800" y="0"/>
                </a:lnTo>
                <a:lnTo>
                  <a:pt x="3225800" y="1984274"/>
                </a:lnTo>
                <a:lnTo>
                  <a:pt x="0" y="198427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35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5328000" y="2782931"/>
            <a:ext cx="2376000" cy="1411200"/>
          </a:xfrm>
          <a:custGeom>
            <a:avLst/>
            <a:gdLst>
              <a:gd name="connsiteX0" fmla="*/ 0 w 2376000"/>
              <a:gd name="connsiteY0" fmla="*/ 0 h 1411200"/>
              <a:gd name="connsiteX1" fmla="*/ 2376000 w 2376000"/>
              <a:gd name="connsiteY1" fmla="*/ 0 h 1411200"/>
              <a:gd name="connsiteX2" fmla="*/ 2376000 w 2376000"/>
              <a:gd name="connsiteY2" fmla="*/ 1411200 h 1411200"/>
              <a:gd name="connsiteX3" fmla="*/ 0 w 2376000"/>
              <a:gd name="connsiteY3" fmla="*/ 1411200 h 14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000" h="1411200">
                <a:moveTo>
                  <a:pt x="0" y="0"/>
                </a:moveTo>
                <a:lnTo>
                  <a:pt x="2376000" y="0"/>
                </a:lnTo>
                <a:lnTo>
                  <a:pt x="2376000" y="1411200"/>
                </a:lnTo>
                <a:lnTo>
                  <a:pt x="0" y="1411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8438400" y="2782931"/>
            <a:ext cx="2376000" cy="1411200"/>
          </a:xfrm>
          <a:custGeom>
            <a:avLst/>
            <a:gdLst>
              <a:gd name="connsiteX0" fmla="*/ 0 w 2376000"/>
              <a:gd name="connsiteY0" fmla="*/ 0 h 1411200"/>
              <a:gd name="connsiteX1" fmla="*/ 2376000 w 2376000"/>
              <a:gd name="connsiteY1" fmla="*/ 0 h 1411200"/>
              <a:gd name="connsiteX2" fmla="*/ 2376000 w 2376000"/>
              <a:gd name="connsiteY2" fmla="*/ 1411200 h 1411200"/>
              <a:gd name="connsiteX3" fmla="*/ 0 w 2376000"/>
              <a:gd name="connsiteY3" fmla="*/ 1411200 h 14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6000" h="1411200">
                <a:moveTo>
                  <a:pt x="0" y="0"/>
                </a:moveTo>
                <a:lnTo>
                  <a:pt x="2376000" y="0"/>
                </a:lnTo>
                <a:lnTo>
                  <a:pt x="2376000" y="1411200"/>
                </a:lnTo>
                <a:lnTo>
                  <a:pt x="0" y="1411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72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3669120" y="3429000"/>
            <a:ext cx="4261440" cy="3429000"/>
          </a:xfrm>
          <a:custGeom>
            <a:avLst/>
            <a:gdLst>
              <a:gd name="connsiteX0" fmla="*/ 0 w 4261440"/>
              <a:gd name="connsiteY0" fmla="*/ 0 h 3429000"/>
              <a:gd name="connsiteX1" fmla="*/ 4261440 w 4261440"/>
              <a:gd name="connsiteY1" fmla="*/ 0 h 3429000"/>
              <a:gd name="connsiteX2" fmla="*/ 4261440 w 4261440"/>
              <a:gd name="connsiteY2" fmla="*/ 3429000 h 3429000"/>
              <a:gd name="connsiteX3" fmla="*/ 0 w 426144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1440" h="3429000">
                <a:moveTo>
                  <a:pt x="0" y="0"/>
                </a:moveTo>
                <a:lnTo>
                  <a:pt x="4261440" y="0"/>
                </a:lnTo>
                <a:lnTo>
                  <a:pt x="426144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7930560" y="0"/>
            <a:ext cx="4261440" cy="3429000"/>
          </a:xfrm>
          <a:custGeom>
            <a:avLst/>
            <a:gdLst>
              <a:gd name="connsiteX0" fmla="*/ 0 w 4261440"/>
              <a:gd name="connsiteY0" fmla="*/ 0 h 3429000"/>
              <a:gd name="connsiteX1" fmla="*/ 4261440 w 4261440"/>
              <a:gd name="connsiteY1" fmla="*/ 0 h 3429000"/>
              <a:gd name="connsiteX2" fmla="*/ 4261440 w 4261440"/>
              <a:gd name="connsiteY2" fmla="*/ 3429000 h 3429000"/>
              <a:gd name="connsiteX3" fmla="*/ 0 w 426144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61440" h="3429000">
                <a:moveTo>
                  <a:pt x="0" y="0"/>
                </a:moveTo>
                <a:lnTo>
                  <a:pt x="4261440" y="0"/>
                </a:lnTo>
                <a:lnTo>
                  <a:pt x="426144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71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5731933" y="890882"/>
            <a:ext cx="2328333" cy="3996267"/>
          </a:xfrm>
          <a:custGeom>
            <a:avLst/>
            <a:gdLst>
              <a:gd name="connsiteX0" fmla="*/ 0 w 2328333"/>
              <a:gd name="connsiteY0" fmla="*/ 0 h 3996267"/>
              <a:gd name="connsiteX1" fmla="*/ 2328333 w 2328333"/>
              <a:gd name="connsiteY1" fmla="*/ 0 h 3996267"/>
              <a:gd name="connsiteX2" fmla="*/ 2328333 w 2328333"/>
              <a:gd name="connsiteY2" fmla="*/ 3996267 h 3996267"/>
              <a:gd name="connsiteX3" fmla="*/ 0 w 2328333"/>
              <a:gd name="connsiteY3" fmla="*/ 3996267 h 399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8333" h="3996267">
                <a:moveTo>
                  <a:pt x="0" y="0"/>
                </a:moveTo>
                <a:lnTo>
                  <a:pt x="2328333" y="0"/>
                </a:lnTo>
                <a:lnTo>
                  <a:pt x="2328333" y="3996267"/>
                </a:lnTo>
                <a:lnTo>
                  <a:pt x="0" y="399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8525933" y="890882"/>
            <a:ext cx="2328333" cy="3996267"/>
          </a:xfrm>
          <a:custGeom>
            <a:avLst/>
            <a:gdLst>
              <a:gd name="connsiteX0" fmla="*/ 0 w 2328333"/>
              <a:gd name="connsiteY0" fmla="*/ 0 h 3996267"/>
              <a:gd name="connsiteX1" fmla="*/ 2328333 w 2328333"/>
              <a:gd name="connsiteY1" fmla="*/ 0 h 3996267"/>
              <a:gd name="connsiteX2" fmla="*/ 2328333 w 2328333"/>
              <a:gd name="connsiteY2" fmla="*/ 3996267 h 3996267"/>
              <a:gd name="connsiteX3" fmla="*/ 0 w 2328333"/>
              <a:gd name="connsiteY3" fmla="*/ 3996267 h 399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8333" h="3996267">
                <a:moveTo>
                  <a:pt x="0" y="0"/>
                </a:moveTo>
                <a:lnTo>
                  <a:pt x="2328333" y="0"/>
                </a:lnTo>
                <a:lnTo>
                  <a:pt x="2328333" y="3996267"/>
                </a:lnTo>
                <a:lnTo>
                  <a:pt x="0" y="399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040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>
          <a:xfrm>
            <a:off x="4509159" y="1030333"/>
            <a:ext cx="1659079" cy="1924531"/>
          </a:xfrm>
          <a:custGeom>
            <a:avLst/>
            <a:gdLst>
              <a:gd name="connsiteX0" fmla="*/ 829540 w 1659079"/>
              <a:gd name="connsiteY0" fmla="*/ 0 h 1924531"/>
              <a:gd name="connsiteX1" fmla="*/ 1659079 w 1659079"/>
              <a:gd name="connsiteY1" fmla="*/ 414769 h 1924531"/>
              <a:gd name="connsiteX2" fmla="*/ 1659079 w 1659079"/>
              <a:gd name="connsiteY2" fmla="*/ 1509762 h 1924531"/>
              <a:gd name="connsiteX3" fmla="*/ 829540 w 1659079"/>
              <a:gd name="connsiteY3" fmla="*/ 1924531 h 1924531"/>
              <a:gd name="connsiteX4" fmla="*/ 0 w 1659079"/>
              <a:gd name="connsiteY4" fmla="*/ 1509762 h 1924531"/>
              <a:gd name="connsiteX5" fmla="*/ 0 w 1659079"/>
              <a:gd name="connsiteY5" fmla="*/ 414769 h 192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9079" h="1924531">
                <a:moveTo>
                  <a:pt x="829540" y="0"/>
                </a:moveTo>
                <a:lnTo>
                  <a:pt x="1659079" y="414769"/>
                </a:lnTo>
                <a:lnTo>
                  <a:pt x="1659079" y="1509762"/>
                </a:lnTo>
                <a:lnTo>
                  <a:pt x="829540" y="1924531"/>
                </a:lnTo>
                <a:lnTo>
                  <a:pt x="0" y="1509762"/>
                </a:lnTo>
                <a:lnTo>
                  <a:pt x="0" y="4147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>
          <a:xfrm>
            <a:off x="7086495" y="1030335"/>
            <a:ext cx="1659079" cy="1924531"/>
          </a:xfrm>
          <a:custGeom>
            <a:avLst/>
            <a:gdLst>
              <a:gd name="connsiteX0" fmla="*/ 829539 w 1659079"/>
              <a:gd name="connsiteY0" fmla="*/ 0 h 1924531"/>
              <a:gd name="connsiteX1" fmla="*/ 1659079 w 1659079"/>
              <a:gd name="connsiteY1" fmla="*/ 414769 h 1924531"/>
              <a:gd name="connsiteX2" fmla="*/ 1659079 w 1659079"/>
              <a:gd name="connsiteY2" fmla="*/ 1509762 h 1924531"/>
              <a:gd name="connsiteX3" fmla="*/ 829539 w 1659079"/>
              <a:gd name="connsiteY3" fmla="*/ 1924531 h 1924531"/>
              <a:gd name="connsiteX4" fmla="*/ 0 w 1659079"/>
              <a:gd name="connsiteY4" fmla="*/ 1509762 h 1924531"/>
              <a:gd name="connsiteX5" fmla="*/ 0 w 1659079"/>
              <a:gd name="connsiteY5" fmla="*/ 414769 h 192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9079" h="1924531">
                <a:moveTo>
                  <a:pt x="829539" y="0"/>
                </a:moveTo>
                <a:lnTo>
                  <a:pt x="1659079" y="414769"/>
                </a:lnTo>
                <a:lnTo>
                  <a:pt x="1659079" y="1509762"/>
                </a:lnTo>
                <a:lnTo>
                  <a:pt x="829539" y="1924531"/>
                </a:lnTo>
                <a:lnTo>
                  <a:pt x="0" y="1509762"/>
                </a:lnTo>
                <a:lnTo>
                  <a:pt x="0" y="41476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>
          <a:xfrm>
            <a:off x="9663832" y="1030336"/>
            <a:ext cx="1659078" cy="1924532"/>
          </a:xfrm>
          <a:custGeom>
            <a:avLst/>
            <a:gdLst>
              <a:gd name="connsiteX0" fmla="*/ 829540 w 1659078"/>
              <a:gd name="connsiteY0" fmla="*/ 0 h 1924532"/>
              <a:gd name="connsiteX1" fmla="*/ 1659078 w 1659078"/>
              <a:gd name="connsiteY1" fmla="*/ 414770 h 1924532"/>
              <a:gd name="connsiteX2" fmla="*/ 1659078 w 1659078"/>
              <a:gd name="connsiteY2" fmla="*/ 1509763 h 1924532"/>
              <a:gd name="connsiteX3" fmla="*/ 829540 w 1659078"/>
              <a:gd name="connsiteY3" fmla="*/ 1924532 h 1924532"/>
              <a:gd name="connsiteX4" fmla="*/ 0 w 1659078"/>
              <a:gd name="connsiteY4" fmla="*/ 1509763 h 1924532"/>
              <a:gd name="connsiteX5" fmla="*/ 0 w 1659078"/>
              <a:gd name="connsiteY5" fmla="*/ 414770 h 1924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9078" h="1924532">
                <a:moveTo>
                  <a:pt x="829540" y="0"/>
                </a:moveTo>
                <a:lnTo>
                  <a:pt x="1659078" y="414770"/>
                </a:lnTo>
                <a:lnTo>
                  <a:pt x="1659078" y="1509763"/>
                </a:lnTo>
                <a:lnTo>
                  <a:pt x="829540" y="1924532"/>
                </a:lnTo>
                <a:lnTo>
                  <a:pt x="0" y="1509763"/>
                </a:lnTo>
                <a:lnTo>
                  <a:pt x="0" y="4147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297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5562598" y="3891623"/>
            <a:ext cx="5223934" cy="2175933"/>
          </a:xfrm>
          <a:custGeom>
            <a:avLst/>
            <a:gdLst>
              <a:gd name="connsiteX0" fmla="*/ 0 w 5223934"/>
              <a:gd name="connsiteY0" fmla="*/ 0 h 2175933"/>
              <a:gd name="connsiteX1" fmla="*/ 5223934 w 5223934"/>
              <a:gd name="connsiteY1" fmla="*/ 0 h 2175933"/>
              <a:gd name="connsiteX2" fmla="*/ 5223934 w 5223934"/>
              <a:gd name="connsiteY2" fmla="*/ 2175933 h 2175933"/>
              <a:gd name="connsiteX3" fmla="*/ 0 w 5223934"/>
              <a:gd name="connsiteY3" fmla="*/ 2175933 h 217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23934" h="2175933">
                <a:moveTo>
                  <a:pt x="0" y="0"/>
                </a:moveTo>
                <a:lnTo>
                  <a:pt x="5223934" y="0"/>
                </a:lnTo>
                <a:lnTo>
                  <a:pt x="5223934" y="2175933"/>
                </a:lnTo>
                <a:lnTo>
                  <a:pt x="0" y="21759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4301066" y="1054243"/>
            <a:ext cx="1388534" cy="1388534"/>
          </a:xfrm>
          <a:custGeom>
            <a:avLst/>
            <a:gdLst>
              <a:gd name="connsiteX0" fmla="*/ 694267 w 1388534"/>
              <a:gd name="connsiteY0" fmla="*/ 0 h 1388534"/>
              <a:gd name="connsiteX1" fmla="*/ 1388534 w 1388534"/>
              <a:gd name="connsiteY1" fmla="*/ 694267 h 1388534"/>
              <a:gd name="connsiteX2" fmla="*/ 694267 w 1388534"/>
              <a:gd name="connsiteY2" fmla="*/ 1388534 h 1388534"/>
              <a:gd name="connsiteX3" fmla="*/ 0 w 1388534"/>
              <a:gd name="connsiteY3" fmla="*/ 694267 h 1388534"/>
              <a:gd name="connsiteX4" fmla="*/ 694267 w 1388534"/>
              <a:gd name="connsiteY4" fmla="*/ 0 h 1388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8534" h="1388534">
                <a:moveTo>
                  <a:pt x="694267" y="0"/>
                </a:moveTo>
                <a:cubicBezTo>
                  <a:pt x="1077700" y="0"/>
                  <a:pt x="1388534" y="310834"/>
                  <a:pt x="1388534" y="694267"/>
                </a:cubicBezTo>
                <a:cubicBezTo>
                  <a:pt x="1388534" y="1077700"/>
                  <a:pt x="1077700" y="1388534"/>
                  <a:pt x="694267" y="1388534"/>
                </a:cubicBezTo>
                <a:cubicBezTo>
                  <a:pt x="310834" y="1388534"/>
                  <a:pt x="0" y="1077700"/>
                  <a:pt x="0" y="694267"/>
                </a:cubicBezTo>
                <a:cubicBezTo>
                  <a:pt x="0" y="310834"/>
                  <a:pt x="310834" y="0"/>
                  <a:pt x="6942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40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5588000" y="2071635"/>
            <a:ext cx="1600200" cy="2099230"/>
          </a:xfrm>
          <a:custGeom>
            <a:avLst/>
            <a:gdLst>
              <a:gd name="connsiteX0" fmla="*/ 0 w 1600200"/>
              <a:gd name="connsiteY0" fmla="*/ 0 h 2099230"/>
              <a:gd name="connsiteX1" fmla="*/ 1600200 w 1600200"/>
              <a:gd name="connsiteY1" fmla="*/ 0 h 2099230"/>
              <a:gd name="connsiteX2" fmla="*/ 1600200 w 1600200"/>
              <a:gd name="connsiteY2" fmla="*/ 2099230 h 2099230"/>
              <a:gd name="connsiteX3" fmla="*/ 0 w 1600200"/>
              <a:gd name="connsiteY3" fmla="*/ 2099230 h 2099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2099230">
                <a:moveTo>
                  <a:pt x="0" y="0"/>
                </a:moveTo>
                <a:lnTo>
                  <a:pt x="1600200" y="0"/>
                </a:lnTo>
                <a:lnTo>
                  <a:pt x="1600200" y="2099230"/>
                </a:lnTo>
                <a:lnTo>
                  <a:pt x="0" y="20992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8934514" y="2071635"/>
            <a:ext cx="2698686" cy="2099230"/>
          </a:xfrm>
          <a:custGeom>
            <a:avLst/>
            <a:gdLst>
              <a:gd name="connsiteX0" fmla="*/ 0 w 2698686"/>
              <a:gd name="connsiteY0" fmla="*/ 0 h 2099230"/>
              <a:gd name="connsiteX1" fmla="*/ 2698686 w 2698686"/>
              <a:gd name="connsiteY1" fmla="*/ 0 h 2099230"/>
              <a:gd name="connsiteX2" fmla="*/ 2698686 w 2698686"/>
              <a:gd name="connsiteY2" fmla="*/ 2099230 h 2099230"/>
              <a:gd name="connsiteX3" fmla="*/ 0 w 2698686"/>
              <a:gd name="connsiteY3" fmla="*/ 2099230 h 2099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8686" h="2099230">
                <a:moveTo>
                  <a:pt x="0" y="0"/>
                </a:moveTo>
                <a:lnTo>
                  <a:pt x="2698686" y="0"/>
                </a:lnTo>
                <a:lnTo>
                  <a:pt x="2698686" y="2099230"/>
                </a:lnTo>
                <a:lnTo>
                  <a:pt x="0" y="20992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7261256" y="2071635"/>
            <a:ext cx="1600200" cy="1011666"/>
          </a:xfrm>
          <a:custGeom>
            <a:avLst/>
            <a:gdLst>
              <a:gd name="connsiteX0" fmla="*/ 0 w 1600200"/>
              <a:gd name="connsiteY0" fmla="*/ 0 h 1011666"/>
              <a:gd name="connsiteX1" fmla="*/ 1600200 w 1600200"/>
              <a:gd name="connsiteY1" fmla="*/ 0 h 1011666"/>
              <a:gd name="connsiteX2" fmla="*/ 1600200 w 1600200"/>
              <a:gd name="connsiteY2" fmla="*/ 1011666 h 1011666"/>
              <a:gd name="connsiteX3" fmla="*/ 0 w 1600200"/>
              <a:gd name="connsiteY3" fmla="*/ 1011666 h 10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1011666">
                <a:moveTo>
                  <a:pt x="0" y="0"/>
                </a:moveTo>
                <a:lnTo>
                  <a:pt x="1600200" y="0"/>
                </a:lnTo>
                <a:lnTo>
                  <a:pt x="1600200" y="1011666"/>
                </a:lnTo>
                <a:lnTo>
                  <a:pt x="0" y="10116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7261256" y="3159199"/>
            <a:ext cx="1600200" cy="1011666"/>
          </a:xfrm>
          <a:custGeom>
            <a:avLst/>
            <a:gdLst>
              <a:gd name="connsiteX0" fmla="*/ 0 w 1600200"/>
              <a:gd name="connsiteY0" fmla="*/ 0 h 1011666"/>
              <a:gd name="connsiteX1" fmla="*/ 1600200 w 1600200"/>
              <a:gd name="connsiteY1" fmla="*/ 0 h 1011666"/>
              <a:gd name="connsiteX2" fmla="*/ 1600200 w 1600200"/>
              <a:gd name="connsiteY2" fmla="*/ 1011666 h 1011666"/>
              <a:gd name="connsiteX3" fmla="*/ 0 w 1600200"/>
              <a:gd name="connsiteY3" fmla="*/ 1011666 h 10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200" h="1011666">
                <a:moveTo>
                  <a:pt x="0" y="0"/>
                </a:moveTo>
                <a:lnTo>
                  <a:pt x="1600200" y="0"/>
                </a:lnTo>
                <a:lnTo>
                  <a:pt x="1600200" y="1011666"/>
                </a:lnTo>
                <a:lnTo>
                  <a:pt x="0" y="10116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07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301065" y="4620513"/>
            <a:ext cx="1388534" cy="1388534"/>
          </a:xfrm>
          <a:custGeom>
            <a:avLst/>
            <a:gdLst>
              <a:gd name="connsiteX0" fmla="*/ 694267 w 1388534"/>
              <a:gd name="connsiteY0" fmla="*/ 0 h 1388534"/>
              <a:gd name="connsiteX1" fmla="*/ 1388534 w 1388534"/>
              <a:gd name="connsiteY1" fmla="*/ 694267 h 1388534"/>
              <a:gd name="connsiteX2" fmla="*/ 694267 w 1388534"/>
              <a:gd name="connsiteY2" fmla="*/ 1388534 h 1388534"/>
              <a:gd name="connsiteX3" fmla="*/ 0 w 1388534"/>
              <a:gd name="connsiteY3" fmla="*/ 694267 h 1388534"/>
              <a:gd name="connsiteX4" fmla="*/ 694267 w 1388534"/>
              <a:gd name="connsiteY4" fmla="*/ 0 h 1388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8534" h="1388534">
                <a:moveTo>
                  <a:pt x="694267" y="0"/>
                </a:moveTo>
                <a:cubicBezTo>
                  <a:pt x="1077700" y="0"/>
                  <a:pt x="1388534" y="310834"/>
                  <a:pt x="1388534" y="694267"/>
                </a:cubicBezTo>
                <a:cubicBezTo>
                  <a:pt x="1388534" y="1077700"/>
                  <a:pt x="1077700" y="1388534"/>
                  <a:pt x="694267" y="1388534"/>
                </a:cubicBezTo>
                <a:cubicBezTo>
                  <a:pt x="310834" y="1388534"/>
                  <a:pt x="0" y="1077700"/>
                  <a:pt x="0" y="694267"/>
                </a:cubicBezTo>
                <a:cubicBezTo>
                  <a:pt x="0" y="310834"/>
                  <a:pt x="310834" y="0"/>
                  <a:pt x="69426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636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326588" y="1090616"/>
            <a:ext cx="6488843" cy="4099019"/>
          </a:xfrm>
          <a:custGeom>
            <a:avLst/>
            <a:gdLst>
              <a:gd name="connsiteX0" fmla="*/ 0 w 6488843"/>
              <a:gd name="connsiteY0" fmla="*/ 0 h 4099019"/>
              <a:gd name="connsiteX1" fmla="*/ 6488843 w 6488843"/>
              <a:gd name="connsiteY1" fmla="*/ 0 h 4099019"/>
              <a:gd name="connsiteX2" fmla="*/ 6488843 w 6488843"/>
              <a:gd name="connsiteY2" fmla="*/ 4099019 h 4099019"/>
              <a:gd name="connsiteX3" fmla="*/ 0 w 6488843"/>
              <a:gd name="connsiteY3" fmla="*/ 4099019 h 409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8843" h="4099019">
                <a:moveTo>
                  <a:pt x="0" y="0"/>
                </a:moveTo>
                <a:lnTo>
                  <a:pt x="6488843" y="0"/>
                </a:lnTo>
                <a:lnTo>
                  <a:pt x="6488843" y="4099019"/>
                </a:lnTo>
                <a:lnTo>
                  <a:pt x="0" y="40990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551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212298" y="-514937"/>
            <a:ext cx="4056222" cy="5599853"/>
          </a:xfrm>
          <a:custGeom>
            <a:avLst/>
            <a:gdLst>
              <a:gd name="connsiteX0" fmla="*/ 8528 w 4056222"/>
              <a:gd name="connsiteY0" fmla="*/ 0 h 5599853"/>
              <a:gd name="connsiteX1" fmla="*/ 4050536 w 4056222"/>
              <a:gd name="connsiteY1" fmla="*/ 0 h 5599853"/>
              <a:gd name="connsiteX2" fmla="*/ 4056222 w 4056222"/>
              <a:gd name="connsiteY2" fmla="*/ 6253 h 5599853"/>
              <a:gd name="connsiteX3" fmla="*/ 4053380 w 4056222"/>
              <a:gd name="connsiteY3" fmla="*/ 5593600 h 5599853"/>
              <a:gd name="connsiteX4" fmla="*/ 4047694 w 4056222"/>
              <a:gd name="connsiteY4" fmla="*/ 5599853 h 5599853"/>
              <a:gd name="connsiteX5" fmla="*/ 5685 w 4056222"/>
              <a:gd name="connsiteY5" fmla="*/ 5599853 h 5599853"/>
              <a:gd name="connsiteX6" fmla="*/ 0 w 4056222"/>
              <a:gd name="connsiteY6" fmla="*/ 5593600 h 5599853"/>
              <a:gd name="connsiteX7" fmla="*/ 2843 w 4056222"/>
              <a:gd name="connsiteY7" fmla="*/ 6253 h 5599853"/>
              <a:gd name="connsiteX8" fmla="*/ 8528 w 4056222"/>
              <a:gd name="connsiteY8" fmla="*/ 0 h 5599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56222" h="5599853">
                <a:moveTo>
                  <a:pt x="8528" y="0"/>
                </a:moveTo>
                <a:cubicBezTo>
                  <a:pt x="4050536" y="0"/>
                  <a:pt x="4050536" y="0"/>
                  <a:pt x="4050536" y="0"/>
                </a:cubicBezTo>
                <a:cubicBezTo>
                  <a:pt x="4053380" y="0"/>
                  <a:pt x="4056222" y="3127"/>
                  <a:pt x="4056222" y="6253"/>
                </a:cubicBezTo>
                <a:lnTo>
                  <a:pt x="4053380" y="5593600"/>
                </a:lnTo>
                <a:cubicBezTo>
                  <a:pt x="4053380" y="5596726"/>
                  <a:pt x="4050536" y="5599853"/>
                  <a:pt x="4047694" y="5599853"/>
                </a:cubicBezTo>
                <a:cubicBezTo>
                  <a:pt x="5685" y="5599853"/>
                  <a:pt x="5685" y="5599853"/>
                  <a:pt x="5685" y="5599853"/>
                </a:cubicBezTo>
                <a:cubicBezTo>
                  <a:pt x="2843" y="5599853"/>
                  <a:pt x="0" y="5596726"/>
                  <a:pt x="0" y="5593600"/>
                </a:cubicBezTo>
                <a:cubicBezTo>
                  <a:pt x="2843" y="6253"/>
                  <a:pt x="2843" y="6253"/>
                  <a:pt x="2843" y="6253"/>
                </a:cubicBezTo>
                <a:cubicBezTo>
                  <a:pt x="2843" y="3127"/>
                  <a:pt x="5685" y="0"/>
                  <a:pt x="852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272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-29003" y="1425778"/>
            <a:ext cx="5599853" cy="4056222"/>
          </a:xfrm>
          <a:custGeom>
            <a:avLst/>
            <a:gdLst>
              <a:gd name="connsiteX0" fmla="*/ 6253 w 5599853"/>
              <a:gd name="connsiteY0" fmla="*/ 0 h 4056222"/>
              <a:gd name="connsiteX1" fmla="*/ 5593600 w 5599853"/>
              <a:gd name="connsiteY1" fmla="*/ 2843 h 4056222"/>
              <a:gd name="connsiteX2" fmla="*/ 5599853 w 5599853"/>
              <a:gd name="connsiteY2" fmla="*/ 8528 h 4056222"/>
              <a:gd name="connsiteX3" fmla="*/ 5599853 w 5599853"/>
              <a:gd name="connsiteY3" fmla="*/ 4050537 h 4056222"/>
              <a:gd name="connsiteX4" fmla="*/ 5593600 w 5599853"/>
              <a:gd name="connsiteY4" fmla="*/ 4056222 h 4056222"/>
              <a:gd name="connsiteX5" fmla="*/ 6253 w 5599853"/>
              <a:gd name="connsiteY5" fmla="*/ 4053379 h 4056222"/>
              <a:gd name="connsiteX6" fmla="*/ 0 w 5599853"/>
              <a:gd name="connsiteY6" fmla="*/ 4047694 h 4056222"/>
              <a:gd name="connsiteX7" fmla="*/ 0 w 5599853"/>
              <a:gd name="connsiteY7" fmla="*/ 5685 h 4056222"/>
              <a:gd name="connsiteX8" fmla="*/ 6253 w 5599853"/>
              <a:gd name="connsiteY8" fmla="*/ 0 h 4056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99853" h="4056222">
                <a:moveTo>
                  <a:pt x="6253" y="0"/>
                </a:moveTo>
                <a:lnTo>
                  <a:pt x="5593600" y="2843"/>
                </a:lnTo>
                <a:cubicBezTo>
                  <a:pt x="5596726" y="2843"/>
                  <a:pt x="5599853" y="5685"/>
                  <a:pt x="5599853" y="8528"/>
                </a:cubicBezTo>
                <a:cubicBezTo>
                  <a:pt x="5599853" y="4050537"/>
                  <a:pt x="5599853" y="4050537"/>
                  <a:pt x="5599853" y="4050537"/>
                </a:cubicBezTo>
                <a:cubicBezTo>
                  <a:pt x="5599853" y="4053379"/>
                  <a:pt x="5596726" y="4056222"/>
                  <a:pt x="5593600" y="4056222"/>
                </a:cubicBezTo>
                <a:cubicBezTo>
                  <a:pt x="6253" y="4053379"/>
                  <a:pt x="6253" y="4053379"/>
                  <a:pt x="6253" y="4053379"/>
                </a:cubicBezTo>
                <a:cubicBezTo>
                  <a:pt x="3127" y="4053379"/>
                  <a:pt x="0" y="4050537"/>
                  <a:pt x="0" y="4047694"/>
                </a:cubicBezTo>
                <a:cubicBezTo>
                  <a:pt x="0" y="5685"/>
                  <a:pt x="0" y="5685"/>
                  <a:pt x="0" y="5685"/>
                </a:cubicBezTo>
                <a:cubicBezTo>
                  <a:pt x="0" y="2843"/>
                  <a:pt x="3127" y="0"/>
                  <a:pt x="625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47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534721" y="1457026"/>
            <a:ext cx="2247205" cy="3940023"/>
          </a:xfrm>
          <a:custGeom>
            <a:avLst/>
            <a:gdLst>
              <a:gd name="connsiteX0" fmla="*/ 0 w 2247205"/>
              <a:gd name="connsiteY0" fmla="*/ 0 h 3940023"/>
              <a:gd name="connsiteX1" fmla="*/ 2247205 w 2247205"/>
              <a:gd name="connsiteY1" fmla="*/ 0 h 3940023"/>
              <a:gd name="connsiteX2" fmla="*/ 2247205 w 2247205"/>
              <a:gd name="connsiteY2" fmla="*/ 3940023 h 3940023"/>
              <a:gd name="connsiteX3" fmla="*/ 0 w 2247205"/>
              <a:gd name="connsiteY3" fmla="*/ 3940023 h 3940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7205" h="3940023">
                <a:moveTo>
                  <a:pt x="0" y="0"/>
                </a:moveTo>
                <a:lnTo>
                  <a:pt x="2247205" y="0"/>
                </a:lnTo>
                <a:lnTo>
                  <a:pt x="2247205" y="3940023"/>
                </a:lnTo>
                <a:lnTo>
                  <a:pt x="0" y="394002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337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>
          <a:xfrm>
            <a:off x="5163330" y="80700"/>
            <a:ext cx="7829134" cy="6565278"/>
          </a:xfrm>
          <a:custGeom>
            <a:avLst/>
            <a:gdLst>
              <a:gd name="connsiteX0" fmla="*/ 6043384 w 7829134"/>
              <a:gd name="connsiteY0" fmla="*/ 4656365 h 6565278"/>
              <a:gd name="connsiteX1" fmla="*/ 6043384 w 7829134"/>
              <a:gd name="connsiteY1" fmla="*/ 5075782 h 6565278"/>
              <a:gd name="connsiteX2" fmla="*/ 2589156 w 7829134"/>
              <a:gd name="connsiteY2" fmla="*/ 6565278 h 6565278"/>
              <a:gd name="connsiteX3" fmla="*/ 2589156 w 7829134"/>
              <a:gd name="connsiteY3" fmla="*/ 6145861 h 6565278"/>
              <a:gd name="connsiteX4" fmla="*/ 6417696 w 7829134"/>
              <a:gd name="connsiteY4" fmla="*/ 3929099 h 6565278"/>
              <a:gd name="connsiteX5" fmla="*/ 6417696 w 7829134"/>
              <a:gd name="connsiteY5" fmla="*/ 4359621 h 6565278"/>
              <a:gd name="connsiteX6" fmla="*/ 1928172 w 7829134"/>
              <a:gd name="connsiteY6" fmla="*/ 6302091 h 6565278"/>
              <a:gd name="connsiteX7" fmla="*/ 1928172 w 7829134"/>
              <a:gd name="connsiteY7" fmla="*/ 5871569 h 6565278"/>
              <a:gd name="connsiteX8" fmla="*/ 7155369 w 7829134"/>
              <a:gd name="connsiteY8" fmla="*/ 3057004 h 6565278"/>
              <a:gd name="connsiteX9" fmla="*/ 7155369 w 7829134"/>
              <a:gd name="connsiteY9" fmla="*/ 3476242 h 6565278"/>
              <a:gd name="connsiteX10" fmla="*/ 1475344 w 7829134"/>
              <a:gd name="connsiteY10" fmla="*/ 5948582 h 6565278"/>
              <a:gd name="connsiteX11" fmla="*/ 1475344 w 7829134"/>
              <a:gd name="connsiteY11" fmla="*/ 5518042 h 6565278"/>
              <a:gd name="connsiteX12" fmla="*/ 6353790 w 7829134"/>
              <a:gd name="connsiteY12" fmla="*/ 2846768 h 6565278"/>
              <a:gd name="connsiteX13" fmla="*/ 6353790 w 7829134"/>
              <a:gd name="connsiteY13" fmla="*/ 3266326 h 6565278"/>
              <a:gd name="connsiteX14" fmla="*/ 0 w 7829134"/>
              <a:gd name="connsiteY14" fmla="*/ 6024890 h 6565278"/>
              <a:gd name="connsiteX15" fmla="*/ 0 w 7829134"/>
              <a:gd name="connsiteY15" fmla="*/ 5605684 h 6565278"/>
              <a:gd name="connsiteX16" fmla="*/ 6534556 w 7829134"/>
              <a:gd name="connsiteY16" fmla="*/ 2217613 h 6565278"/>
              <a:gd name="connsiteX17" fmla="*/ 6534556 w 7829134"/>
              <a:gd name="connsiteY17" fmla="*/ 2637263 h 6565278"/>
              <a:gd name="connsiteX18" fmla="*/ 841749 w 7829134"/>
              <a:gd name="connsiteY18" fmla="*/ 5098289 h 6565278"/>
              <a:gd name="connsiteX19" fmla="*/ 841749 w 7829134"/>
              <a:gd name="connsiteY19" fmla="*/ 4678992 h 6565278"/>
              <a:gd name="connsiteX20" fmla="*/ 7699493 w 7829134"/>
              <a:gd name="connsiteY20" fmla="*/ 1158641 h 6565278"/>
              <a:gd name="connsiteX21" fmla="*/ 7699493 w 7829134"/>
              <a:gd name="connsiteY21" fmla="*/ 1578073 h 6565278"/>
              <a:gd name="connsiteX22" fmla="*/ 2342656 w 7829134"/>
              <a:gd name="connsiteY22" fmla="*/ 3894486 h 6565278"/>
              <a:gd name="connsiteX23" fmla="*/ 2342656 w 7829134"/>
              <a:gd name="connsiteY23" fmla="*/ 3475406 h 6565278"/>
              <a:gd name="connsiteX24" fmla="*/ 7272228 w 7829134"/>
              <a:gd name="connsiteY24" fmla="*/ 794230 h 6565278"/>
              <a:gd name="connsiteX25" fmla="*/ 7272228 w 7829134"/>
              <a:gd name="connsiteY25" fmla="*/ 1213526 h 6565278"/>
              <a:gd name="connsiteX26" fmla="*/ 1579421 w 7829134"/>
              <a:gd name="connsiteY26" fmla="*/ 3674905 h 6565278"/>
              <a:gd name="connsiteX27" fmla="*/ 1579421 w 7829134"/>
              <a:gd name="connsiteY27" fmla="*/ 3255962 h 6565278"/>
              <a:gd name="connsiteX28" fmla="*/ 6121898 w 7829134"/>
              <a:gd name="connsiteY28" fmla="*/ 175976 h 6565278"/>
              <a:gd name="connsiteX29" fmla="*/ 6121898 w 7829134"/>
              <a:gd name="connsiteY29" fmla="*/ 595139 h 6565278"/>
              <a:gd name="connsiteX30" fmla="*/ 3016421 w 7829134"/>
              <a:gd name="connsiteY30" fmla="*/ 1941616 h 6565278"/>
              <a:gd name="connsiteX31" fmla="*/ 3016421 w 7829134"/>
              <a:gd name="connsiteY31" fmla="*/ 1522100 h 6565278"/>
              <a:gd name="connsiteX32" fmla="*/ 7829134 w 7829134"/>
              <a:gd name="connsiteY32" fmla="*/ 0 h 6565278"/>
              <a:gd name="connsiteX33" fmla="*/ 7829134 w 7829134"/>
              <a:gd name="connsiteY33" fmla="*/ 419245 h 6565278"/>
              <a:gd name="connsiteX34" fmla="*/ 2136327 w 7829134"/>
              <a:gd name="connsiteY34" fmla="*/ 2880675 h 6565278"/>
              <a:gd name="connsiteX35" fmla="*/ 2136327 w 7829134"/>
              <a:gd name="connsiteY35" fmla="*/ 2461430 h 6565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829134" h="6565278">
                <a:moveTo>
                  <a:pt x="6043384" y="4656365"/>
                </a:moveTo>
                <a:lnTo>
                  <a:pt x="6043384" y="5075782"/>
                </a:lnTo>
                <a:lnTo>
                  <a:pt x="2589156" y="6565278"/>
                </a:lnTo>
                <a:lnTo>
                  <a:pt x="2589156" y="6145861"/>
                </a:lnTo>
                <a:close/>
                <a:moveTo>
                  <a:pt x="6417696" y="3929099"/>
                </a:moveTo>
                <a:lnTo>
                  <a:pt x="6417696" y="4359621"/>
                </a:lnTo>
                <a:lnTo>
                  <a:pt x="1928172" y="6302091"/>
                </a:lnTo>
                <a:lnTo>
                  <a:pt x="1928172" y="5871569"/>
                </a:lnTo>
                <a:close/>
                <a:moveTo>
                  <a:pt x="7155369" y="3057004"/>
                </a:moveTo>
                <a:lnTo>
                  <a:pt x="7155369" y="3476242"/>
                </a:lnTo>
                <a:lnTo>
                  <a:pt x="1475344" y="5948582"/>
                </a:lnTo>
                <a:lnTo>
                  <a:pt x="1475344" y="5518042"/>
                </a:lnTo>
                <a:close/>
                <a:moveTo>
                  <a:pt x="6353790" y="2846768"/>
                </a:moveTo>
                <a:lnTo>
                  <a:pt x="6353790" y="3266326"/>
                </a:lnTo>
                <a:lnTo>
                  <a:pt x="0" y="6024890"/>
                </a:lnTo>
                <a:lnTo>
                  <a:pt x="0" y="5605684"/>
                </a:lnTo>
                <a:close/>
                <a:moveTo>
                  <a:pt x="6534556" y="2217613"/>
                </a:moveTo>
                <a:lnTo>
                  <a:pt x="6534556" y="2637263"/>
                </a:lnTo>
                <a:lnTo>
                  <a:pt x="841749" y="5098289"/>
                </a:lnTo>
                <a:lnTo>
                  <a:pt x="841749" y="4678992"/>
                </a:lnTo>
                <a:close/>
                <a:moveTo>
                  <a:pt x="7699493" y="1158641"/>
                </a:moveTo>
                <a:lnTo>
                  <a:pt x="7699493" y="1578073"/>
                </a:lnTo>
                <a:lnTo>
                  <a:pt x="2342656" y="3894486"/>
                </a:lnTo>
                <a:lnTo>
                  <a:pt x="2342656" y="3475406"/>
                </a:lnTo>
                <a:close/>
                <a:moveTo>
                  <a:pt x="7272228" y="794230"/>
                </a:moveTo>
                <a:lnTo>
                  <a:pt x="7272228" y="1213526"/>
                </a:lnTo>
                <a:lnTo>
                  <a:pt x="1579421" y="3674905"/>
                </a:lnTo>
                <a:lnTo>
                  <a:pt x="1579421" y="3255962"/>
                </a:lnTo>
                <a:close/>
                <a:moveTo>
                  <a:pt x="6121898" y="175976"/>
                </a:moveTo>
                <a:lnTo>
                  <a:pt x="6121898" y="595139"/>
                </a:lnTo>
                <a:lnTo>
                  <a:pt x="3016421" y="1941616"/>
                </a:lnTo>
                <a:lnTo>
                  <a:pt x="3016421" y="1522100"/>
                </a:lnTo>
                <a:close/>
                <a:moveTo>
                  <a:pt x="7829134" y="0"/>
                </a:moveTo>
                <a:lnTo>
                  <a:pt x="7829134" y="419245"/>
                </a:lnTo>
                <a:lnTo>
                  <a:pt x="2136327" y="2880675"/>
                </a:lnTo>
                <a:lnTo>
                  <a:pt x="2136327" y="246143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4910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3920067" y="-634999"/>
            <a:ext cx="8600177" cy="7013096"/>
          </a:xfrm>
          <a:custGeom>
            <a:avLst/>
            <a:gdLst>
              <a:gd name="connsiteX0" fmla="*/ 7298188 w 9454719"/>
              <a:gd name="connsiteY0" fmla="*/ 4973976 h 7013096"/>
              <a:gd name="connsiteX1" fmla="*/ 7298188 w 9454719"/>
              <a:gd name="connsiteY1" fmla="*/ 5422002 h 7013096"/>
              <a:gd name="connsiteX2" fmla="*/ 3126749 w 9454719"/>
              <a:gd name="connsiteY2" fmla="*/ 7013096 h 7013096"/>
              <a:gd name="connsiteX3" fmla="*/ 3126749 w 9454719"/>
              <a:gd name="connsiteY3" fmla="*/ 6565070 h 7013096"/>
              <a:gd name="connsiteX4" fmla="*/ 7750221 w 9454719"/>
              <a:gd name="connsiteY4" fmla="*/ 4197104 h 7013096"/>
              <a:gd name="connsiteX5" fmla="*/ 7750221 w 9454719"/>
              <a:gd name="connsiteY5" fmla="*/ 4656992 h 7013096"/>
              <a:gd name="connsiteX6" fmla="*/ 2328524 w 9454719"/>
              <a:gd name="connsiteY6" fmla="*/ 6731958 h 7013096"/>
              <a:gd name="connsiteX7" fmla="*/ 2328524 w 9454719"/>
              <a:gd name="connsiteY7" fmla="*/ 6272070 h 7013096"/>
              <a:gd name="connsiteX8" fmla="*/ 8641058 w 9454719"/>
              <a:gd name="connsiteY8" fmla="*/ 3265523 h 7013096"/>
              <a:gd name="connsiteX9" fmla="*/ 8641058 w 9454719"/>
              <a:gd name="connsiteY9" fmla="*/ 3713358 h 7013096"/>
              <a:gd name="connsiteX10" fmla="*/ 1781674 w 9454719"/>
              <a:gd name="connsiteY10" fmla="*/ 6354336 h 7013096"/>
              <a:gd name="connsiteX11" fmla="*/ 1781674 w 9454719"/>
              <a:gd name="connsiteY11" fmla="*/ 5894428 h 7013096"/>
              <a:gd name="connsiteX12" fmla="*/ 7673045 w 9454719"/>
              <a:gd name="connsiteY12" fmla="*/ 3040946 h 7013096"/>
              <a:gd name="connsiteX13" fmla="*/ 7673045 w 9454719"/>
              <a:gd name="connsiteY13" fmla="*/ 3489123 h 7013096"/>
              <a:gd name="connsiteX14" fmla="*/ 0 w 9454719"/>
              <a:gd name="connsiteY14" fmla="*/ 6435848 h 7013096"/>
              <a:gd name="connsiteX15" fmla="*/ 0 w 9454719"/>
              <a:gd name="connsiteY15" fmla="*/ 5988048 h 7013096"/>
              <a:gd name="connsiteX16" fmla="*/ 7891344 w 9454719"/>
              <a:gd name="connsiteY16" fmla="*/ 2368877 h 7013096"/>
              <a:gd name="connsiteX17" fmla="*/ 7891344 w 9454719"/>
              <a:gd name="connsiteY17" fmla="*/ 2817150 h 7013096"/>
              <a:gd name="connsiteX18" fmla="*/ 1016525 w 9454719"/>
              <a:gd name="connsiteY18" fmla="*/ 5446043 h 7013096"/>
              <a:gd name="connsiteX19" fmla="*/ 1016525 w 9454719"/>
              <a:gd name="connsiteY19" fmla="*/ 4998146 h 7013096"/>
              <a:gd name="connsiteX20" fmla="*/ 9298160 w 9454719"/>
              <a:gd name="connsiteY20" fmla="*/ 1237672 h 7013096"/>
              <a:gd name="connsiteX21" fmla="*/ 9298160 w 9454719"/>
              <a:gd name="connsiteY21" fmla="*/ 1685714 h 7013096"/>
              <a:gd name="connsiteX22" fmla="*/ 2829068 w 9454719"/>
              <a:gd name="connsiteY22" fmla="*/ 4160129 h 7013096"/>
              <a:gd name="connsiteX23" fmla="*/ 2829068 w 9454719"/>
              <a:gd name="connsiteY23" fmla="*/ 3712464 h 7013096"/>
              <a:gd name="connsiteX24" fmla="*/ 8782180 w 9454719"/>
              <a:gd name="connsiteY24" fmla="*/ 848404 h 7013096"/>
              <a:gd name="connsiteX25" fmla="*/ 8782180 w 9454719"/>
              <a:gd name="connsiteY25" fmla="*/ 1296300 h 7013096"/>
              <a:gd name="connsiteX26" fmla="*/ 1907360 w 9454719"/>
              <a:gd name="connsiteY26" fmla="*/ 3925570 h 7013096"/>
              <a:gd name="connsiteX27" fmla="*/ 1907360 w 9454719"/>
              <a:gd name="connsiteY27" fmla="*/ 3478051 h 7013096"/>
              <a:gd name="connsiteX28" fmla="*/ 7393004 w 9454719"/>
              <a:gd name="connsiteY28" fmla="*/ 187979 h 7013096"/>
              <a:gd name="connsiteX29" fmla="*/ 7393004 w 9454719"/>
              <a:gd name="connsiteY29" fmla="*/ 635733 h 7013096"/>
              <a:gd name="connsiteX30" fmla="*/ 3642729 w 9454719"/>
              <a:gd name="connsiteY30" fmla="*/ 2074052 h 7013096"/>
              <a:gd name="connsiteX31" fmla="*/ 3642729 w 9454719"/>
              <a:gd name="connsiteY31" fmla="*/ 1625921 h 7013096"/>
              <a:gd name="connsiteX32" fmla="*/ 9454719 w 9454719"/>
              <a:gd name="connsiteY32" fmla="*/ 0 h 7013096"/>
              <a:gd name="connsiteX33" fmla="*/ 9454719 w 9454719"/>
              <a:gd name="connsiteY33" fmla="*/ 447841 h 7013096"/>
              <a:gd name="connsiteX34" fmla="*/ 2579899 w 9454719"/>
              <a:gd name="connsiteY34" fmla="*/ 3077166 h 7013096"/>
              <a:gd name="connsiteX35" fmla="*/ 2579899 w 9454719"/>
              <a:gd name="connsiteY35" fmla="*/ 2629325 h 701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9454719" h="7013096">
                <a:moveTo>
                  <a:pt x="7298188" y="4973976"/>
                </a:moveTo>
                <a:lnTo>
                  <a:pt x="7298188" y="5422002"/>
                </a:lnTo>
                <a:lnTo>
                  <a:pt x="3126749" y="7013096"/>
                </a:lnTo>
                <a:lnTo>
                  <a:pt x="3126749" y="6565070"/>
                </a:lnTo>
                <a:close/>
                <a:moveTo>
                  <a:pt x="7750221" y="4197104"/>
                </a:moveTo>
                <a:lnTo>
                  <a:pt x="7750221" y="4656992"/>
                </a:lnTo>
                <a:lnTo>
                  <a:pt x="2328524" y="6731958"/>
                </a:lnTo>
                <a:lnTo>
                  <a:pt x="2328524" y="6272070"/>
                </a:lnTo>
                <a:close/>
                <a:moveTo>
                  <a:pt x="8641058" y="3265523"/>
                </a:moveTo>
                <a:lnTo>
                  <a:pt x="8641058" y="3713358"/>
                </a:lnTo>
                <a:lnTo>
                  <a:pt x="1781674" y="6354336"/>
                </a:lnTo>
                <a:lnTo>
                  <a:pt x="1781674" y="5894428"/>
                </a:lnTo>
                <a:close/>
                <a:moveTo>
                  <a:pt x="7673045" y="3040946"/>
                </a:moveTo>
                <a:lnTo>
                  <a:pt x="7673045" y="3489123"/>
                </a:lnTo>
                <a:lnTo>
                  <a:pt x="0" y="6435848"/>
                </a:lnTo>
                <a:lnTo>
                  <a:pt x="0" y="5988048"/>
                </a:lnTo>
                <a:close/>
                <a:moveTo>
                  <a:pt x="7891344" y="2368877"/>
                </a:moveTo>
                <a:lnTo>
                  <a:pt x="7891344" y="2817150"/>
                </a:lnTo>
                <a:lnTo>
                  <a:pt x="1016525" y="5446043"/>
                </a:lnTo>
                <a:lnTo>
                  <a:pt x="1016525" y="4998146"/>
                </a:lnTo>
                <a:close/>
                <a:moveTo>
                  <a:pt x="9298160" y="1237672"/>
                </a:moveTo>
                <a:lnTo>
                  <a:pt x="9298160" y="1685714"/>
                </a:lnTo>
                <a:lnTo>
                  <a:pt x="2829068" y="4160129"/>
                </a:lnTo>
                <a:lnTo>
                  <a:pt x="2829068" y="3712464"/>
                </a:lnTo>
                <a:close/>
                <a:moveTo>
                  <a:pt x="8782180" y="848404"/>
                </a:moveTo>
                <a:lnTo>
                  <a:pt x="8782180" y="1296300"/>
                </a:lnTo>
                <a:lnTo>
                  <a:pt x="1907360" y="3925570"/>
                </a:lnTo>
                <a:lnTo>
                  <a:pt x="1907360" y="3478051"/>
                </a:lnTo>
                <a:close/>
                <a:moveTo>
                  <a:pt x="7393004" y="187979"/>
                </a:moveTo>
                <a:lnTo>
                  <a:pt x="7393004" y="635733"/>
                </a:lnTo>
                <a:lnTo>
                  <a:pt x="3642729" y="2074052"/>
                </a:lnTo>
                <a:lnTo>
                  <a:pt x="3642729" y="1625921"/>
                </a:lnTo>
                <a:close/>
                <a:moveTo>
                  <a:pt x="9454719" y="0"/>
                </a:moveTo>
                <a:lnTo>
                  <a:pt x="9454719" y="447841"/>
                </a:lnTo>
                <a:lnTo>
                  <a:pt x="2579899" y="3077166"/>
                </a:lnTo>
                <a:lnTo>
                  <a:pt x="2579899" y="26293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19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lvl1pPr>
          </a:lstStyle>
          <a:p>
            <a:fld id="{605436BC-7306-1941-B1B2-599185946838}" type="datetimeFigureOut">
              <a:rPr lang="en-US" smtClean="0"/>
              <a:pPr/>
              <a:t>3/19/16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>
                    <a:lumMod val="65000"/>
                    <a:lumOff val="35000"/>
                  </a:schemeClr>
                </a:solidFill>
                <a:latin typeface="Roboto Thin" charset="0"/>
                <a:ea typeface="Roboto Thin" charset="0"/>
                <a:cs typeface="Roboto Thin" charset="0"/>
              </a:defRPr>
            </a:lvl1pPr>
          </a:lstStyle>
          <a:p>
            <a:fld id="{B8B2F8D5-75BF-6248-8890-FC73544215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3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8" r:id="rId4"/>
    <p:sldLayoutId id="2147483668" r:id="rId5"/>
    <p:sldLayoutId id="2147483669" r:id="rId6"/>
    <p:sldLayoutId id="2147483670" r:id="rId7"/>
    <p:sldLayoutId id="2147483671" r:id="rId8"/>
    <p:sldLayoutId id="2147483661" r:id="rId9"/>
    <p:sldLayoutId id="2147483651" r:id="rId10"/>
    <p:sldLayoutId id="2147483652" r:id="rId11"/>
    <p:sldLayoutId id="2147483653" r:id="rId12"/>
    <p:sldLayoutId id="2147483654" r:id="rId13"/>
    <p:sldLayoutId id="2147483664" r:id="rId14"/>
    <p:sldLayoutId id="2147483659" r:id="rId15"/>
    <p:sldLayoutId id="2147483672" r:id="rId16"/>
    <p:sldLayoutId id="2147483663" r:id="rId17"/>
    <p:sldLayoutId id="2147483657" r:id="rId18"/>
    <p:sldLayoutId id="2147483662" r:id="rId19"/>
    <p:sldLayoutId id="2147483665" r:id="rId20"/>
    <p:sldLayoutId id="2147483666" r:id="rId21"/>
    <p:sldLayoutId id="2147483667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tx1">
              <a:lumMod val="65000"/>
              <a:lumOff val="35000"/>
            </a:schemeClr>
          </a:solidFill>
          <a:latin typeface="Roboto Thin" charset="0"/>
          <a:ea typeface="Roboto Thin" charset="0"/>
          <a:cs typeface="Roboto Thin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>
          <a:solidFill>
            <a:schemeClr val="tx1">
              <a:lumMod val="65000"/>
              <a:lumOff val="35000"/>
            </a:schemeClr>
          </a:solidFill>
          <a:latin typeface="Roboto Thin" charset="0"/>
          <a:ea typeface="Roboto Thin" charset="0"/>
          <a:cs typeface="Roboto Thin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5426163" y="1843224"/>
            <a:ext cx="1339676" cy="1867762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rgbClr val="43CEA2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271897" y="3835212"/>
            <a:ext cx="1648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600" dirty="0" smtClean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URAP</a:t>
            </a:r>
            <a:endParaRPr lang="en-US" sz="3200" spc="600" dirty="0">
              <a:solidFill>
                <a:schemeClr val="bg1"/>
              </a:solidFill>
              <a:latin typeface="Helvetica Neue UltraLight" charset="0"/>
              <a:ea typeface="Helvetica Neue UltraLight" charset="0"/>
              <a:cs typeface="Helvetica Neue UltraLight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2470" y="4289357"/>
            <a:ext cx="3087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600" dirty="0" smtClean="0">
                <a:solidFill>
                  <a:schemeClr val="bg1"/>
                </a:solidFill>
                <a:latin typeface="Helvetica Neue UltraLight" charset="0"/>
                <a:ea typeface="Helvetica Neue UltraLight" charset="0"/>
                <a:cs typeface="Helvetica Neue UltraLight" charset="0"/>
              </a:rPr>
              <a:t>PRESENTATION</a:t>
            </a:r>
            <a:endParaRPr lang="en-US" sz="2400" spc="600" dirty="0">
              <a:solidFill>
                <a:schemeClr val="bg1"/>
              </a:solidFill>
              <a:latin typeface="Helvetica Neue UltraLight" charset="0"/>
              <a:ea typeface="Helvetica Neue UltraLight" charset="0"/>
              <a:cs typeface="Helvetica Neue UltraLight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691670" y="2728638"/>
            <a:ext cx="107566" cy="1075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392767" y="2723322"/>
            <a:ext cx="107566" cy="10756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52740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4"/>
          <p:cNvSpPr>
            <a:spLocks noChangeArrowheads="1"/>
          </p:cNvSpPr>
          <p:nvPr/>
        </p:nvSpPr>
        <p:spPr bwMode="auto">
          <a:xfrm>
            <a:off x="2878242" y="2551390"/>
            <a:ext cx="1258954" cy="1755220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587771" y="2030896"/>
            <a:ext cx="0" cy="2796209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4885944" y="2822672"/>
            <a:ext cx="4427815" cy="1212657"/>
            <a:chOff x="4757530" y="2782669"/>
            <a:chExt cx="4427815" cy="1212657"/>
          </a:xfrm>
        </p:grpSpPr>
        <p:sp>
          <p:nvSpPr>
            <p:cNvPr id="8" name="TextBox 7"/>
            <p:cNvSpPr txBox="1"/>
            <p:nvPr/>
          </p:nvSpPr>
          <p:spPr>
            <a:xfrm>
              <a:off x="4757530" y="2782669"/>
              <a:ext cx="163698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spc="30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URAP</a:t>
              </a:r>
              <a:endParaRPr lang="en-US" sz="3600" b="1" spc="3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57530" y="3218190"/>
              <a:ext cx="377058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spc="6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POWERPOINT</a:t>
              </a:r>
              <a:endParaRPr lang="en-US" sz="3600" spc="6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757530" y="3733716"/>
              <a:ext cx="442781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1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100" dirty="0" err="1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928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7150598" y="961643"/>
            <a:ext cx="3836756" cy="4934715"/>
            <a:chOff x="7218331" y="1018740"/>
            <a:chExt cx="3836756" cy="4934715"/>
          </a:xfrm>
        </p:grpSpPr>
        <p:grpSp>
          <p:nvGrpSpPr>
            <p:cNvPr id="21" name="Group 20"/>
            <p:cNvGrpSpPr/>
            <p:nvPr/>
          </p:nvGrpSpPr>
          <p:grpSpPr>
            <a:xfrm>
              <a:off x="7218331" y="1018740"/>
              <a:ext cx="2581156" cy="1059484"/>
              <a:chOff x="6600264" y="1755340"/>
              <a:chExt cx="2581156" cy="1059484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6600264" y="1755340"/>
                <a:ext cx="8980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smtClean="0">
                    <a:solidFill>
                      <a:schemeClr val="bg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01.</a:t>
                </a:r>
                <a:endParaRPr lang="en-US" sz="4000" b="1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6600264" y="2353159"/>
                <a:ext cx="25811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away</a:t>
                </a:r>
              </a:p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Behind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the word mountains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7218331" y="2221006"/>
              <a:ext cx="2581156" cy="1059484"/>
              <a:chOff x="6600264" y="1755340"/>
              <a:chExt cx="2581156" cy="1059484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6600264" y="1755340"/>
                <a:ext cx="8980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 smtClean="0">
                    <a:solidFill>
                      <a:schemeClr val="bg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02.</a:t>
                </a:r>
                <a:endParaRPr lang="en-US" sz="4000" b="1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6600264" y="2353159"/>
                <a:ext cx="25811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away</a:t>
                </a:r>
              </a:p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Behind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the word mountains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7218331" y="3526711"/>
              <a:ext cx="3836756" cy="1244150"/>
              <a:chOff x="6600264" y="1755340"/>
              <a:chExt cx="3836756" cy="1244150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6600264" y="1755340"/>
                <a:ext cx="8980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 smtClean="0">
                    <a:solidFill>
                      <a:schemeClr val="bg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03.</a:t>
                </a:r>
                <a:endParaRPr lang="en-US" sz="4000" b="1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600264" y="2353159"/>
                <a:ext cx="38367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away</a:t>
                </a:r>
              </a:p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Behind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the word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mountains</a:t>
                </a:r>
              </a:p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Far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from the countries </a:t>
                </a:r>
                <a:r>
                  <a:rPr lang="en-US" sz="1200" dirty="0" err="1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Vokalia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and </a:t>
                </a:r>
                <a:r>
                  <a:rPr lang="en-US" sz="1200" dirty="0" err="1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Consonantia</a:t>
                </a:r>
                <a:endPara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218331" y="5078637"/>
              <a:ext cx="1698157" cy="874818"/>
              <a:chOff x="6600264" y="1755340"/>
              <a:chExt cx="1698157" cy="874818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6600264" y="1755340"/>
                <a:ext cx="8980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b="1" dirty="0" smtClean="0">
                    <a:solidFill>
                      <a:schemeClr val="bg1"/>
                    </a:solidFill>
                    <a:latin typeface="Helvetica Neue" charset="0"/>
                    <a:ea typeface="Helvetica Neue" charset="0"/>
                    <a:cs typeface="Helvetica Neue" charset="0"/>
                  </a:rPr>
                  <a:t>04.</a:t>
                </a:r>
                <a:endParaRPr lang="en-US" sz="4000" b="1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6600264" y="2353159"/>
                <a:ext cx="16981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Yourtext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  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far </a:t>
                </a:r>
                <a:r>
                  <a:rPr lang="en-US" sz="1200" dirty="0" smtClean="0">
                    <a:solidFill>
                      <a:schemeClr val="bg1"/>
                    </a:solidFill>
                    <a:latin typeface="Helvetica Neue Medium" charset="0"/>
                    <a:ea typeface="Helvetica Neue Medium" charset="0"/>
                    <a:cs typeface="Helvetica Neue Medium" charset="0"/>
                  </a:rPr>
                  <a:t>away</a:t>
                </a:r>
              </a:p>
            </p:txBody>
          </p:sp>
        </p:grpSp>
      </p:grpSp>
      <p:sp>
        <p:nvSpPr>
          <p:cNvPr id="34" name="Freeform 33"/>
          <p:cNvSpPr>
            <a:spLocks noChangeArrowheads="1"/>
          </p:cNvSpPr>
          <p:nvPr/>
        </p:nvSpPr>
        <p:spPr bwMode="auto">
          <a:xfrm>
            <a:off x="3042621" y="2644905"/>
            <a:ext cx="1124804" cy="1568190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470308" y="1820212"/>
            <a:ext cx="2209982" cy="3217578"/>
          </a:xfrm>
          <a:prstGeom prst="rect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5599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39921" y="992457"/>
            <a:ext cx="3064558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Our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Awesome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team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9921" y="3741885"/>
            <a:ext cx="16694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55216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8529" y="790445"/>
            <a:ext cx="2167581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SINGLE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TEAM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864602" y="2108542"/>
            <a:ext cx="22206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texts.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Separated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they live in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Semantics, a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large language ocean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- The Quotes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4602" y="4981525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Photoshop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04986" y="4981525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64602" y="5300606"/>
            <a:ext cx="5581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Illustrator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64603" y="5204316"/>
            <a:ext cx="2220616" cy="4763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8864603" y="5204316"/>
            <a:ext cx="1788972" cy="47631"/>
          </a:xfrm>
          <a:prstGeom prst="roundRect">
            <a:avLst>
              <a:gd name="adj" fmla="val 50000"/>
            </a:avLst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8864603" y="5523397"/>
            <a:ext cx="2220616" cy="4763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8864603" y="5523397"/>
            <a:ext cx="1517761" cy="47631"/>
          </a:xfrm>
          <a:prstGeom prst="roundRect">
            <a:avLst>
              <a:gd name="adj" fmla="val 50000"/>
            </a:avLst>
          </a:prstGeom>
          <a:solidFill>
            <a:srgbClr val="29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0704986" y="5300606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8847124" y="6140133"/>
            <a:ext cx="1334030" cy="307777"/>
            <a:chOff x="7854576" y="5350227"/>
            <a:chExt cx="1334030" cy="307777"/>
          </a:xfrm>
        </p:grpSpPr>
        <p:sp>
          <p:nvSpPr>
            <p:cNvPr id="23" name="Rectangle 22"/>
            <p:cNvSpPr/>
            <p:nvPr/>
          </p:nvSpPr>
          <p:spPr>
            <a:xfrm>
              <a:off x="7854576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</a:t>
              </a:r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091334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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339490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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576248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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824404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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8" name="Freeform 27"/>
          <p:cNvSpPr>
            <a:spLocks noChangeArrowheads="1"/>
          </p:cNvSpPr>
          <p:nvPr/>
        </p:nvSpPr>
        <p:spPr bwMode="auto">
          <a:xfrm>
            <a:off x="8964230" y="638862"/>
            <a:ext cx="645949" cy="90057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527792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7327" y="790445"/>
            <a:ext cx="257878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THREE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/>
          <p:cNvGrpSpPr/>
          <p:nvPr/>
        </p:nvGrpSpPr>
        <p:grpSpPr>
          <a:xfrm>
            <a:off x="6755628" y="3169764"/>
            <a:ext cx="2320812" cy="2425996"/>
            <a:chOff x="6642452" y="3169764"/>
            <a:chExt cx="2320812" cy="2425996"/>
          </a:xfrm>
        </p:grpSpPr>
        <p:sp>
          <p:nvSpPr>
            <p:cNvPr id="47" name="Rectangle 46"/>
            <p:cNvSpPr/>
            <p:nvPr/>
          </p:nvSpPr>
          <p:spPr>
            <a:xfrm>
              <a:off x="6642452" y="4288252"/>
              <a:ext cx="232081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away,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texts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</a:t>
              </a:r>
              <a:endPara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7118953" y="3169764"/>
              <a:ext cx="1367810" cy="556399"/>
              <a:chOff x="4587379" y="3112529"/>
              <a:chExt cx="1367810" cy="556399"/>
            </a:xfrm>
          </p:grpSpPr>
          <p:sp>
            <p:nvSpPr>
              <p:cNvPr id="49" name="TextBox 48"/>
              <p:cNvSpPr txBox="1"/>
              <p:nvPr/>
            </p:nvSpPr>
            <p:spPr>
              <a:xfrm>
                <a:off x="4587379" y="3112529"/>
                <a:ext cx="1367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 TITLE</a:t>
                </a:r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4915803" y="3391929"/>
                <a:ext cx="710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Founder</a:t>
                </a:r>
                <a:endPara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7135843" y="5287983"/>
              <a:ext cx="1334030" cy="307777"/>
              <a:chOff x="7854576" y="5350227"/>
              <a:chExt cx="1334030" cy="307777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7854576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</a:t>
                </a:r>
                <a:endPara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8091334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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8339490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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8576248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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8824404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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cxnSp>
          <p:nvCxnSpPr>
            <p:cNvPr id="57" name="Straight Connector 56"/>
            <p:cNvCxnSpPr/>
            <p:nvPr/>
          </p:nvCxnSpPr>
          <p:spPr>
            <a:xfrm>
              <a:off x="7422340" y="3939440"/>
              <a:ext cx="761037" cy="0"/>
            </a:xfrm>
            <a:prstGeom prst="line">
              <a:avLst/>
            </a:prstGeom>
            <a:ln>
              <a:solidFill>
                <a:srgbClr val="43CE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/>
          <p:cNvGrpSpPr/>
          <p:nvPr/>
        </p:nvGrpSpPr>
        <p:grpSpPr>
          <a:xfrm>
            <a:off x="9332965" y="3169764"/>
            <a:ext cx="2320812" cy="2425996"/>
            <a:chOff x="6642452" y="3169764"/>
            <a:chExt cx="2320812" cy="2425996"/>
          </a:xfrm>
        </p:grpSpPr>
        <p:sp>
          <p:nvSpPr>
            <p:cNvPr id="60" name="Rectangle 59"/>
            <p:cNvSpPr/>
            <p:nvPr/>
          </p:nvSpPr>
          <p:spPr>
            <a:xfrm>
              <a:off x="6642452" y="4288252"/>
              <a:ext cx="232081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away,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texts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</a:t>
              </a:r>
              <a:endPara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grpSp>
          <p:nvGrpSpPr>
            <p:cNvPr id="61" name="Group 60"/>
            <p:cNvGrpSpPr/>
            <p:nvPr/>
          </p:nvGrpSpPr>
          <p:grpSpPr>
            <a:xfrm>
              <a:off x="7118953" y="3169764"/>
              <a:ext cx="1367810" cy="556399"/>
              <a:chOff x="4587379" y="3112529"/>
              <a:chExt cx="1367810" cy="556399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4587379" y="3112529"/>
                <a:ext cx="1367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 TITLE</a:t>
                </a:r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4915803" y="3391929"/>
                <a:ext cx="710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Founder</a:t>
                </a:r>
                <a:endPara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7135843" y="5287983"/>
              <a:ext cx="1334030" cy="307777"/>
              <a:chOff x="7854576" y="5350227"/>
              <a:chExt cx="1334030" cy="307777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7854576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</a:t>
                </a:r>
                <a:endPara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091334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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8339490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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8576248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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8824404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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cxnSp>
          <p:nvCxnSpPr>
            <p:cNvPr id="63" name="Straight Connector 62"/>
            <p:cNvCxnSpPr/>
            <p:nvPr/>
          </p:nvCxnSpPr>
          <p:spPr>
            <a:xfrm>
              <a:off x="7422340" y="3939440"/>
              <a:ext cx="761037" cy="0"/>
            </a:xfrm>
            <a:prstGeom prst="line">
              <a:avLst/>
            </a:prstGeom>
            <a:ln>
              <a:solidFill>
                <a:srgbClr val="43CE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/>
          <p:cNvGrpSpPr/>
          <p:nvPr/>
        </p:nvGrpSpPr>
        <p:grpSpPr>
          <a:xfrm>
            <a:off x="4180971" y="3169764"/>
            <a:ext cx="2320812" cy="2425996"/>
            <a:chOff x="6642452" y="3169764"/>
            <a:chExt cx="2320812" cy="2425996"/>
          </a:xfrm>
        </p:grpSpPr>
        <p:sp>
          <p:nvSpPr>
            <p:cNvPr id="72" name="Rectangle 71"/>
            <p:cNvSpPr/>
            <p:nvPr/>
          </p:nvSpPr>
          <p:spPr>
            <a:xfrm>
              <a:off x="6642452" y="4288252"/>
              <a:ext cx="232081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away,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texts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</a:t>
              </a:r>
              <a:endPara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grpSp>
          <p:nvGrpSpPr>
            <p:cNvPr id="73" name="Group 72"/>
            <p:cNvGrpSpPr/>
            <p:nvPr/>
          </p:nvGrpSpPr>
          <p:grpSpPr>
            <a:xfrm>
              <a:off x="7118953" y="3169764"/>
              <a:ext cx="1367810" cy="556399"/>
              <a:chOff x="4587379" y="3112529"/>
              <a:chExt cx="1367810" cy="556399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4587379" y="3112529"/>
                <a:ext cx="1367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YOUR TITLE</a:t>
                </a:r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82" name="TextBox 81"/>
              <p:cNvSpPr txBox="1"/>
              <p:nvPr/>
            </p:nvSpPr>
            <p:spPr>
              <a:xfrm>
                <a:off x="4915803" y="3391929"/>
                <a:ext cx="71096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dirty="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Founder</a:t>
                </a:r>
                <a:endPara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7135843" y="5287983"/>
              <a:ext cx="1334030" cy="307777"/>
              <a:chOff x="7854576" y="5350227"/>
              <a:chExt cx="1334030" cy="307777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7854576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</a:t>
                </a:r>
                <a:endParaRPr 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8091334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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8339490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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8576248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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8824404" y="5350227"/>
                <a:ext cx="36420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t-line" charset="0"/>
                  </a:rPr>
                  <a:t>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cxnSp>
          <p:nvCxnSpPr>
            <p:cNvPr id="75" name="Straight Connector 74"/>
            <p:cNvCxnSpPr/>
            <p:nvPr/>
          </p:nvCxnSpPr>
          <p:spPr>
            <a:xfrm>
              <a:off x="7422340" y="3939440"/>
              <a:ext cx="761037" cy="0"/>
            </a:xfrm>
            <a:prstGeom prst="line">
              <a:avLst/>
            </a:prstGeom>
            <a:ln>
              <a:solidFill>
                <a:srgbClr val="43CE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0730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TWO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70768" y="5060728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13884" y="5368505"/>
            <a:ext cx="1964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mountains.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9064768" y="5060728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07884" y="5368505"/>
            <a:ext cx="1964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mountains.</a:t>
            </a:r>
            <a:endParaRPr lang="en-US" sz="1200" dirty="0"/>
          </a:p>
        </p:txBody>
      </p:sp>
      <p:sp>
        <p:nvSpPr>
          <p:cNvPr id="17" name="Right Triangle 16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812535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TWO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5392064" y="4387246"/>
            <a:ext cx="2196736" cy="1281900"/>
            <a:chOff x="5392064" y="2396315"/>
            <a:chExt cx="2196736" cy="1281900"/>
          </a:xfrm>
        </p:grpSpPr>
        <p:grpSp>
          <p:nvGrpSpPr>
            <p:cNvPr id="20" name="Group 19"/>
            <p:cNvGrpSpPr/>
            <p:nvPr/>
          </p:nvGrpSpPr>
          <p:grpSpPr>
            <a:xfrm>
              <a:off x="5443200" y="3088711"/>
              <a:ext cx="2145600" cy="589504"/>
              <a:chOff x="5443200" y="2991140"/>
              <a:chExt cx="2145600" cy="589504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5443200" y="2991140"/>
                <a:ext cx="64953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Photoshop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208568" y="2991140"/>
                <a:ext cx="3802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85%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443200" y="3310221"/>
                <a:ext cx="5581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Illustrator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5443200" y="3213930"/>
                <a:ext cx="2145600" cy="4763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5443200" y="3213931"/>
                <a:ext cx="1728537" cy="47632"/>
              </a:xfrm>
              <a:prstGeom prst="roundRect">
                <a:avLst>
                  <a:gd name="adj" fmla="val 50000"/>
                </a:avLst>
              </a:prstGeom>
              <a:solidFill>
                <a:srgbClr val="43CE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5443200" y="3533011"/>
                <a:ext cx="2145600" cy="4763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5443200" y="3533012"/>
                <a:ext cx="1466489" cy="47632"/>
              </a:xfrm>
              <a:prstGeom prst="roundRect">
                <a:avLst>
                  <a:gd name="adj" fmla="val 50000"/>
                </a:avLst>
              </a:prstGeom>
              <a:solidFill>
                <a:srgbClr val="2932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7208568" y="3310221"/>
                <a:ext cx="3802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70%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5392064" y="2396315"/>
              <a:ext cx="1102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charset="0"/>
                  <a:ea typeface="Helvetica Neue" charset="0"/>
                  <a:cs typeface="Helvetica Neue" charset="0"/>
                </a:rPr>
                <a:t>Your Title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92064" y="2662707"/>
              <a:ext cx="7109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Founder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8528032" y="4387246"/>
            <a:ext cx="2196736" cy="1281900"/>
            <a:chOff x="5392064" y="2396315"/>
            <a:chExt cx="2196736" cy="1281900"/>
          </a:xfrm>
        </p:grpSpPr>
        <p:grpSp>
          <p:nvGrpSpPr>
            <p:cNvPr id="26" name="Group 25"/>
            <p:cNvGrpSpPr/>
            <p:nvPr/>
          </p:nvGrpSpPr>
          <p:grpSpPr>
            <a:xfrm>
              <a:off x="5443200" y="3088711"/>
              <a:ext cx="2145600" cy="589504"/>
              <a:chOff x="5443200" y="2991140"/>
              <a:chExt cx="2145600" cy="589504"/>
            </a:xfrm>
          </p:grpSpPr>
          <p:sp>
            <p:nvSpPr>
              <p:cNvPr id="29" name="TextBox 28"/>
              <p:cNvSpPr txBox="1"/>
              <p:nvPr/>
            </p:nvSpPr>
            <p:spPr>
              <a:xfrm>
                <a:off x="5443200" y="2991140"/>
                <a:ext cx="64953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Photoshop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7208568" y="2991140"/>
                <a:ext cx="3802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85%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443200" y="3310221"/>
                <a:ext cx="5581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Illustrator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5443200" y="3213930"/>
                <a:ext cx="2145600" cy="4763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5443200" y="3213931"/>
                <a:ext cx="1728537" cy="47632"/>
              </a:xfrm>
              <a:prstGeom prst="roundRect">
                <a:avLst>
                  <a:gd name="adj" fmla="val 50000"/>
                </a:avLst>
              </a:prstGeom>
              <a:solidFill>
                <a:srgbClr val="43CE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5443200" y="3533011"/>
                <a:ext cx="2145600" cy="47631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5443200" y="3533012"/>
                <a:ext cx="1466489" cy="47632"/>
              </a:xfrm>
              <a:prstGeom prst="roundRect">
                <a:avLst>
                  <a:gd name="adj" fmla="val 50000"/>
                </a:avLst>
              </a:prstGeom>
              <a:solidFill>
                <a:srgbClr val="2932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208568" y="3310221"/>
                <a:ext cx="3802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 Neue Thin" charset="0"/>
                    <a:ea typeface="Helvetica Neue Thin" charset="0"/>
                    <a:cs typeface="Helvetica Neue Thin" charset="0"/>
                  </a:rPr>
                  <a:t>70%</a:t>
                </a:r>
                <a:endPara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endParaRPr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5392064" y="2396315"/>
              <a:ext cx="11028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charset="0"/>
                  <a:ea typeface="Helvetica Neue" charset="0"/>
                  <a:cs typeface="Helvetica Neue" charset="0"/>
                </a:rPr>
                <a:t>Your Title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92064" y="2662707"/>
              <a:ext cx="7109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Founder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</p:grpSp>
      <p:sp>
        <p:nvSpPr>
          <p:cNvPr id="63" name="Rectangle 62"/>
          <p:cNvSpPr/>
          <p:nvPr/>
        </p:nvSpPr>
        <p:spPr>
          <a:xfrm>
            <a:off x="5328000" y="838098"/>
            <a:ext cx="51500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 small river named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country.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- The Quotes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28622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5285" y="3753777"/>
            <a:ext cx="2936188" cy="1759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BEST</a:t>
            </a:r>
            <a:endParaRPr lang="en-US" sz="8800" dirty="0" smtClean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DESIGNER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62329" y="1480457"/>
            <a:ext cx="2396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smtClean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YOUR NAME</a:t>
            </a:r>
            <a:endParaRPr lang="en-US" sz="2800" b="1">
              <a:solidFill>
                <a:schemeClr val="bg1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854653" y="2003677"/>
            <a:ext cx="321332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44118" y="2041382"/>
            <a:ext cx="1015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Art Director</a:t>
            </a:r>
            <a:endParaRPr lang="en-US" sz="140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4" name="Triangle 23"/>
          <p:cNvSpPr/>
          <p:nvPr/>
        </p:nvSpPr>
        <p:spPr>
          <a:xfrm>
            <a:off x="3708399" y="1055808"/>
            <a:ext cx="317240" cy="273483"/>
          </a:xfrm>
          <a:prstGeom prst="triangle">
            <a:avLst>
              <a:gd name="adj" fmla="val 100000"/>
            </a:avLst>
          </a:prstGeom>
          <a:noFill/>
          <a:ln w="63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656639" y="3563729"/>
            <a:ext cx="1102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55039" y="3902283"/>
            <a:ext cx="3249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43CEA2"/>
              </a:buClr>
              <a:buFont typeface="Arial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mountains</a:t>
            </a:r>
          </a:p>
          <a:p>
            <a:pPr marL="285750" indent="-285750">
              <a:buClr>
                <a:srgbClr val="43CEA2"/>
              </a:buClr>
              <a:buFont typeface="Arial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from the countries </a:t>
            </a:r>
            <a:r>
              <a:rPr 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and </a:t>
            </a:r>
            <a:r>
              <a:rPr lang="en-US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pPr marL="285750" indent="-285750">
              <a:buClr>
                <a:srgbClr val="43CEA2"/>
              </a:buClr>
              <a:buFont typeface="Arial" charset="0"/>
              <a:buChar char="•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there live the blind texts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56639" y="4843652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Photoshop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64207" y="4843652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56639" y="5162733"/>
            <a:ext cx="5581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Illustrator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656639" y="5066442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5656639" y="5066443"/>
            <a:ext cx="3212650" cy="47632"/>
          </a:xfrm>
          <a:prstGeom prst="roundRect">
            <a:avLst>
              <a:gd name="adj" fmla="val 50000"/>
            </a:avLst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5656639" y="5385523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/>
          <p:cNvSpPr/>
          <p:nvPr/>
        </p:nvSpPr>
        <p:spPr>
          <a:xfrm>
            <a:off x="5656639" y="5385524"/>
            <a:ext cx="2725608" cy="47632"/>
          </a:xfrm>
          <a:prstGeom prst="roundRect">
            <a:avLst>
              <a:gd name="adj" fmla="val 50000"/>
            </a:avLst>
          </a:prstGeom>
          <a:solidFill>
            <a:srgbClr val="29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9264207" y="5162733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9" name="Right Triangle 38"/>
          <p:cNvSpPr/>
          <p:nvPr/>
        </p:nvSpPr>
        <p:spPr>
          <a:xfrm flipH="1" flipV="1">
            <a:off x="11006668" y="3381244"/>
            <a:ext cx="745066" cy="745066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19496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3964" y="790445"/>
            <a:ext cx="2682146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TIMELINE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ight Triangle 4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995333" y="2086954"/>
            <a:ext cx="0" cy="4771046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27600" y="2860974"/>
            <a:ext cx="135466" cy="135466"/>
          </a:xfrm>
          <a:prstGeom prst="ellipse">
            <a:avLst/>
          </a:prstGeom>
          <a:solidFill>
            <a:schemeClr val="bg1"/>
          </a:solidFill>
          <a:ln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261345" y="2790207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2015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0115" y="2744040"/>
            <a:ext cx="24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 Goes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0115" y="3113372"/>
            <a:ext cx="49000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5890955" y="1430377"/>
            <a:ext cx="2081019" cy="636265"/>
            <a:chOff x="5899085" y="1450689"/>
            <a:chExt cx="2081019" cy="636265"/>
          </a:xfrm>
        </p:grpSpPr>
        <p:sp>
          <p:nvSpPr>
            <p:cNvPr id="19" name="TextBox 18"/>
            <p:cNvSpPr txBox="1"/>
            <p:nvPr/>
          </p:nvSpPr>
          <p:spPr>
            <a:xfrm>
              <a:off x="5899085" y="1450689"/>
              <a:ext cx="20810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charset="0"/>
                  <a:ea typeface="Helvetica Neue" charset="0"/>
                  <a:cs typeface="Helvetica Neue" charset="0"/>
                </a:rPr>
                <a:t>YOUR NAME</a:t>
              </a:r>
              <a:endParaRPr 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99085" y="1809955"/>
              <a:ext cx="7537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Designer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76958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995333" y="0"/>
            <a:ext cx="0" cy="685800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4927600" y="803574"/>
            <a:ext cx="135466" cy="135466"/>
          </a:xfrm>
          <a:prstGeom prst="ellipse">
            <a:avLst/>
          </a:prstGeom>
          <a:solidFill>
            <a:schemeClr val="bg1"/>
          </a:solidFill>
          <a:ln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61345" y="732807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2015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0115" y="686640"/>
            <a:ext cx="24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 Goes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80115" y="1055972"/>
            <a:ext cx="35622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</a:t>
            </a:r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927600" y="4962855"/>
            <a:ext cx="135466" cy="135466"/>
          </a:xfrm>
          <a:prstGeom prst="ellipse">
            <a:avLst/>
          </a:prstGeom>
          <a:solidFill>
            <a:schemeClr val="bg1"/>
          </a:solidFill>
          <a:ln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261345" y="4892088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2015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0115" y="4845921"/>
            <a:ext cx="24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 Goes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0115" y="5215253"/>
            <a:ext cx="51500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- The Quotes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97465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4995333" y="0"/>
            <a:ext cx="0" cy="4885267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4927600" y="775605"/>
            <a:ext cx="135466" cy="135466"/>
          </a:xfrm>
          <a:prstGeom prst="ellipse">
            <a:avLst/>
          </a:prstGeom>
          <a:solidFill>
            <a:schemeClr val="bg1"/>
          </a:solidFill>
          <a:ln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61345" y="704838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2015</a:t>
            </a:r>
            <a:endParaRPr lang="en-US" sz="120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0115" y="658671"/>
            <a:ext cx="24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 Goes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88000" y="1156732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Photoshop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95568" y="1156732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88000" y="1475813"/>
            <a:ext cx="5581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Illustrator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88000" y="1379522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588000" y="1379523"/>
            <a:ext cx="3212650" cy="47632"/>
          </a:xfrm>
          <a:prstGeom prst="roundRect">
            <a:avLst>
              <a:gd name="adj" fmla="val 50000"/>
            </a:avLst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588000" y="1698603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588000" y="1698604"/>
            <a:ext cx="2725608" cy="47632"/>
          </a:xfrm>
          <a:prstGeom prst="roundRect">
            <a:avLst>
              <a:gd name="adj" fmla="val 50000"/>
            </a:avLst>
          </a:prstGeom>
          <a:solidFill>
            <a:srgbClr val="FF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195568" y="1475813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88000" y="1794891"/>
            <a:ext cx="724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Photography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88000" y="2017681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5588000" y="2017682"/>
            <a:ext cx="2014584" cy="45719"/>
          </a:xfrm>
          <a:prstGeom prst="roundRect">
            <a:avLst>
              <a:gd name="adj" fmla="val 50000"/>
            </a:avLst>
          </a:prstGeom>
          <a:solidFill>
            <a:srgbClr val="5F2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195568" y="1794891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88000" y="2113966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Web Designer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95568" y="2113966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588000" y="2336756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5588000" y="2336756"/>
            <a:ext cx="2987766" cy="47633"/>
          </a:xfrm>
          <a:prstGeom prst="roundRect">
            <a:avLst>
              <a:gd name="adj" fmla="val 50000"/>
            </a:avLst>
          </a:prstGeom>
          <a:solidFill>
            <a:srgbClr val="4855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588000" y="2758923"/>
            <a:ext cx="4278085" cy="1317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856229" y="2955844"/>
            <a:ext cx="9428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et-line" charset="0"/>
              </a:rPr>
              <a:t></a:t>
            </a:r>
            <a:endParaRPr lang="en-US" sz="5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965583" y="3002010"/>
            <a:ext cx="2734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890955" y="4996647"/>
            <a:ext cx="2081019" cy="636265"/>
            <a:chOff x="5899085" y="1450689"/>
            <a:chExt cx="2081019" cy="636265"/>
          </a:xfrm>
        </p:grpSpPr>
        <p:sp>
          <p:nvSpPr>
            <p:cNvPr id="28" name="TextBox 27"/>
            <p:cNvSpPr txBox="1"/>
            <p:nvPr/>
          </p:nvSpPr>
          <p:spPr>
            <a:xfrm>
              <a:off x="5899085" y="1450689"/>
              <a:ext cx="20810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charset="0"/>
                  <a:ea typeface="Helvetica Neue" charset="0"/>
                  <a:cs typeface="Helvetica Neue" charset="0"/>
                </a:rPr>
                <a:t>YOUR NAME</a:t>
              </a:r>
              <a:endParaRPr 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99085" y="1809955"/>
              <a:ext cx="7537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Designer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</p:grpSp>
      <p:sp>
        <p:nvSpPr>
          <p:cNvPr id="25" name="Picture Placeholder 24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8538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7327" y="790445"/>
            <a:ext cx="257878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FULL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Triangle 7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669121" y="1"/>
            <a:ext cx="3669121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350986" y="2108542"/>
            <a:ext cx="222061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i="1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i="1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i="1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i="1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i="1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i="1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</a:t>
            </a:r>
            <a:r>
              <a:rPr lang="en-US" sz="1200" i="1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texts.</a:t>
            </a:r>
          </a:p>
          <a:p>
            <a:endParaRPr lang="en-US" sz="1200" i="1" dirty="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Separated </a:t>
            </a:r>
            <a:r>
              <a:rPr lang="en-US" sz="1200" i="1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they live in </a:t>
            </a:r>
            <a:r>
              <a:rPr lang="en-US" sz="1200" i="1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i="1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</a:t>
            </a:r>
            <a:r>
              <a:rPr lang="en-US" sz="1200" i="1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Semantics, a </a:t>
            </a:r>
            <a:r>
              <a:rPr lang="en-US" sz="1200" i="1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large language ocean</a:t>
            </a:r>
            <a:r>
              <a:rPr lang="en-US" sz="1200" i="1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  <a:p>
            <a:endParaRPr lang="en-US" sz="1200" i="1" dirty="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- The Quotes</a:t>
            </a:r>
            <a:endParaRPr lang="en-US" sz="1200" i="1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50986" y="4981525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Photoshop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1370" y="4981525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50986" y="5300606"/>
            <a:ext cx="5581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Illustrator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50987" y="5204316"/>
            <a:ext cx="2220616" cy="4763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350987" y="5204316"/>
            <a:ext cx="1788972" cy="47631"/>
          </a:xfrm>
          <a:prstGeom prst="roundRect">
            <a:avLst>
              <a:gd name="adj" fmla="val 50000"/>
            </a:avLst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4350987" y="5523397"/>
            <a:ext cx="2220616" cy="4763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4350987" y="5523397"/>
            <a:ext cx="1517761" cy="47631"/>
          </a:xfrm>
          <a:prstGeom prst="roundRect">
            <a:avLst>
              <a:gd name="adj" fmla="val 50000"/>
            </a:avLst>
          </a:prstGeom>
          <a:solidFill>
            <a:srgbClr val="2932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191370" y="5300606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4333508" y="6140133"/>
            <a:ext cx="1334030" cy="307777"/>
            <a:chOff x="7854576" y="5350227"/>
            <a:chExt cx="1334030" cy="307777"/>
          </a:xfrm>
        </p:grpSpPr>
        <p:sp>
          <p:nvSpPr>
            <p:cNvPr id="22" name="Rectangle 21"/>
            <p:cNvSpPr/>
            <p:nvPr/>
          </p:nvSpPr>
          <p:spPr>
            <a:xfrm>
              <a:off x="7854576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et-line" charset="0"/>
                </a:rPr>
                <a:t></a:t>
              </a:r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8091334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et-line" charset="0"/>
                </a:rPr>
                <a:t>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339490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et-line" charset="0"/>
                </a:rPr>
                <a:t>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576248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et-line" charset="0"/>
                </a:rPr>
                <a:t>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824404" y="5350227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et-line" charset="0"/>
                </a:rPr>
                <a:t>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Freeform 26"/>
          <p:cNvSpPr>
            <a:spLocks noChangeArrowheads="1"/>
          </p:cNvSpPr>
          <p:nvPr/>
        </p:nvSpPr>
        <p:spPr bwMode="auto">
          <a:xfrm>
            <a:off x="4450614" y="638862"/>
            <a:ext cx="645949" cy="90057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09860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39921" y="992457"/>
            <a:ext cx="2685415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ABOUT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WHO WE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ARE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9921" y="3741885"/>
            <a:ext cx="16694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883616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Right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2421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0472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5986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504726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4726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LEFT</a:t>
            </a:r>
            <a:endParaRPr lang="en-US" sz="8800" dirty="0" smtClean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64881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09200" y="0"/>
            <a:ext cx="20828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801786" y="2363888"/>
            <a:ext cx="697628" cy="2130224"/>
            <a:chOff x="10801787" y="1889666"/>
            <a:chExt cx="697628" cy="2130224"/>
          </a:xfrm>
        </p:grpSpPr>
        <p:sp>
          <p:nvSpPr>
            <p:cNvPr id="7" name="Rectangle 6"/>
            <p:cNvSpPr/>
            <p:nvPr/>
          </p:nvSpPr>
          <p:spPr>
            <a:xfrm>
              <a:off x="10801788" y="1889666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400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</a:t>
              </a:r>
              <a:endParaRPr lang="en-US" sz="4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0801787" y="2597552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</a:t>
              </a:r>
              <a:endPara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801787" y="3312004"/>
              <a:ext cx="69762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4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et-line" charset="0"/>
                </a:rPr>
                <a:t></a:t>
              </a:r>
              <a:endPara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CENTER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9077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06639" y="1340779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FULL</a:t>
            </a:r>
          </a:p>
          <a:p>
            <a:pPr algn="ct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ct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12095" y="4906585"/>
            <a:ext cx="63678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1842" y="5885211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3CEA2"/>
                </a:solidFill>
                <a:latin typeface="Signerica Fat" charset="0"/>
                <a:ea typeface="Signerica Fat" charset="0"/>
                <a:cs typeface="Signerica Fat" charset="0"/>
              </a:rPr>
              <a:t>Sign</a:t>
            </a:r>
            <a:endParaRPr lang="en-US" sz="1400" dirty="0">
              <a:solidFill>
                <a:srgbClr val="43CEA2"/>
              </a:solidFill>
              <a:latin typeface="Signerica Fat" charset="0"/>
              <a:ea typeface="Signerica Fat" charset="0"/>
              <a:cs typeface="Signerica Fat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35651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711733" y="1345833"/>
            <a:ext cx="6252599" cy="1853265"/>
            <a:chOff x="4711733" y="1200172"/>
            <a:chExt cx="6252599" cy="1853265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04867" y="1200172"/>
              <a:ext cx="1728612" cy="643575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4711733" y="2037774"/>
              <a:ext cx="6252599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Separated they live in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Bookmarksgrove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right at the coast of the Semantics, a large language ocean. A small river named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Duden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flows by their place and supplies it with the necessary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regelialia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 It 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is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paradisematic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country, in which roasted parts of sentences fly into your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mouth.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4711733" y="3732071"/>
            <a:ext cx="2442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 Goes Here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19618" y="4230132"/>
            <a:ext cx="64953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Photoshop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27186" y="4230132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19618" y="4549213"/>
            <a:ext cx="5581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Illustrator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819618" y="4452922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4819618" y="4452923"/>
            <a:ext cx="3212650" cy="47632"/>
          </a:xfrm>
          <a:prstGeom prst="roundRect">
            <a:avLst>
              <a:gd name="adj" fmla="val 50000"/>
            </a:avLst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4819618" y="4772003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4819618" y="4772004"/>
            <a:ext cx="2725608" cy="47632"/>
          </a:xfrm>
          <a:prstGeom prst="roundRect">
            <a:avLst>
              <a:gd name="adj" fmla="val 50000"/>
            </a:avLst>
          </a:prstGeom>
          <a:solidFill>
            <a:srgbClr val="FF0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427186" y="4549213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19618" y="4868291"/>
            <a:ext cx="7248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Photography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819618" y="5091081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4819618" y="5091082"/>
            <a:ext cx="2014584" cy="45719"/>
          </a:xfrm>
          <a:prstGeom prst="roundRect">
            <a:avLst>
              <a:gd name="adj" fmla="val 50000"/>
            </a:avLst>
          </a:prstGeom>
          <a:solidFill>
            <a:srgbClr val="5F2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427186" y="4868291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70%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19618" y="5187366"/>
            <a:ext cx="7938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Web Designer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27186" y="5187366"/>
            <a:ext cx="3802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smtClean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85%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819618" y="5410156"/>
            <a:ext cx="3987800" cy="47631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4819618" y="5410156"/>
            <a:ext cx="2987766" cy="47633"/>
          </a:xfrm>
          <a:prstGeom prst="roundRect">
            <a:avLst>
              <a:gd name="adj" fmla="val 50000"/>
            </a:avLst>
          </a:prstGeom>
          <a:solidFill>
            <a:srgbClr val="4855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7327" y="790445"/>
            <a:ext cx="257878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THREE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ight Triangle 47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27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431137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337260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37260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LEFT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37261" y="3902207"/>
            <a:ext cx="51435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ocean.</a:t>
            </a:r>
          </a:p>
          <a:p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small river named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country, in which roasted parts of sentences fly into your mouth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408344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THREE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Triangle 11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57109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39921" y="992457"/>
            <a:ext cx="306449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Our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Awesome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project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9921" y="3741885"/>
            <a:ext cx="16694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60590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7327" y="790445"/>
            <a:ext cx="257878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TWO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riangle 16"/>
          <p:cNvSpPr/>
          <p:nvPr/>
        </p:nvSpPr>
        <p:spPr>
          <a:xfrm rot="5400000">
            <a:off x="7794456" y="1579342"/>
            <a:ext cx="542523" cy="27031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riangle 17"/>
          <p:cNvSpPr/>
          <p:nvPr/>
        </p:nvSpPr>
        <p:spPr>
          <a:xfrm rot="16200000">
            <a:off x="7524141" y="5008342"/>
            <a:ext cx="542523" cy="27031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331724" y="1345169"/>
            <a:ext cx="29362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7380" y="883503"/>
            <a:ext cx="2012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34480" y="2086954"/>
            <a:ext cx="2253600" cy="3327807"/>
          </a:xfrm>
          <a:prstGeom prst="rect">
            <a:avLst/>
          </a:prstGeom>
          <a:noFill/>
          <a:ln w="889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/>
          <p:cNvSpPr/>
          <p:nvPr/>
        </p:nvSpPr>
        <p:spPr>
          <a:xfrm rot="10800000" flipH="1" flipV="1">
            <a:off x="9181861" y="4988403"/>
            <a:ext cx="225522" cy="22552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071795" y="3837105"/>
            <a:ext cx="1374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</a:t>
            </a:r>
          </a:p>
          <a:p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TITLE HERE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103911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riangle 14"/>
          <p:cNvSpPr/>
          <p:nvPr/>
        </p:nvSpPr>
        <p:spPr>
          <a:xfrm rot="10800000">
            <a:off x="5376333" y="3344333"/>
            <a:ext cx="1439334" cy="739446"/>
          </a:xfrm>
          <a:prstGeom prst="triangle">
            <a:avLst/>
          </a:prstGeom>
          <a:noFill/>
          <a:ln w="63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10351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20891" y="4395469"/>
            <a:ext cx="31502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YOUR TITLE</a:t>
            </a:r>
            <a:endParaRPr lang="en-US" sz="400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447800" y="5415045"/>
            <a:ext cx="9296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ocean. A small river named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country, in which roasted parts of sentences fly into your mouth.</a:t>
            </a:r>
          </a:p>
        </p:txBody>
      </p:sp>
      <p:sp>
        <p:nvSpPr>
          <p:cNvPr id="18" name="Right Triangle 17"/>
          <p:cNvSpPr/>
          <p:nvPr/>
        </p:nvSpPr>
        <p:spPr>
          <a:xfrm rot="5400000" flipV="1">
            <a:off x="11713112" y="220768"/>
            <a:ext cx="287232" cy="28723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ight Triangle 18"/>
          <p:cNvSpPr/>
          <p:nvPr/>
        </p:nvSpPr>
        <p:spPr>
          <a:xfrm flipV="1">
            <a:off x="249244" y="220768"/>
            <a:ext cx="287232" cy="28723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302432" y="325326"/>
            <a:ext cx="358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pc="600" smtClean="0">
                <a:solidFill>
                  <a:srgbClr val="43CEA2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FOUR HORIZONTAL PICTURE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892735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192417" y="757182"/>
            <a:ext cx="580716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TOP PICTURE 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0082" y="3338696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YOUR TITLE</a:t>
            </a:r>
            <a:endParaRPr lang="en-US" sz="2400" spc="60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225925" y="4234955"/>
            <a:ext cx="77401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ocean. A small river named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country, in which roasted parts of sentences fly into your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mouth.</a:t>
            </a: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pPr algn="ctr"/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Even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the all-powerful Pointing has no control about the blind texts it is an almost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unorthographic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life One day however a small line of blind text by the name of Lorem Ipsum decided to leave for the far World of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Grammar.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71842" y="6054544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43CEA2"/>
                </a:solidFill>
                <a:latin typeface="Signerica Fat" charset="0"/>
                <a:ea typeface="Signerica Fat" charset="0"/>
                <a:cs typeface="Signerica Fat" charset="0"/>
              </a:rPr>
              <a:t>Sign</a:t>
            </a:r>
            <a:endParaRPr lang="en-US" sz="1400" dirty="0">
              <a:solidFill>
                <a:srgbClr val="43CEA2"/>
              </a:solidFill>
              <a:latin typeface="Signerica Fat" charset="0"/>
              <a:ea typeface="Signerica Fat" charset="0"/>
              <a:cs typeface="Signerica Fat" charset="0"/>
            </a:endParaRPr>
          </a:p>
        </p:txBody>
      </p:sp>
      <p:sp>
        <p:nvSpPr>
          <p:cNvPr id="7" name="Right Triangle 6"/>
          <p:cNvSpPr/>
          <p:nvPr/>
        </p:nvSpPr>
        <p:spPr>
          <a:xfrm>
            <a:off x="482598" y="6054544"/>
            <a:ext cx="203202" cy="20320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06398" y="6285170"/>
            <a:ext cx="1343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spc="300" smtClean="0">
                <a:solidFill>
                  <a:srgbClr val="43CEA2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Our timeline</a:t>
            </a:r>
            <a:endParaRPr lang="en-US" sz="1050" i="1" spc="300" dirty="0">
              <a:solidFill>
                <a:srgbClr val="43CEA2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9" name="Right Triangle 8"/>
          <p:cNvSpPr/>
          <p:nvPr/>
        </p:nvSpPr>
        <p:spPr>
          <a:xfrm rot="16200000">
            <a:off x="11457968" y="6054544"/>
            <a:ext cx="203202" cy="20320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0441968" y="6285170"/>
            <a:ext cx="1343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i="1" spc="300" smtClean="0">
                <a:solidFill>
                  <a:srgbClr val="43CEA2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Our timeline</a:t>
            </a:r>
            <a:endParaRPr lang="en-US" sz="1050" i="1" spc="300" dirty="0">
              <a:solidFill>
                <a:srgbClr val="43CEA2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3006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9786" y="332295"/>
            <a:ext cx="11472423" cy="61934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22754" y="1264579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CENTER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riangle 7"/>
          <p:cNvSpPr/>
          <p:nvPr/>
        </p:nvSpPr>
        <p:spPr>
          <a:xfrm rot="10800000">
            <a:off x="8407400" y="1400615"/>
            <a:ext cx="1060704" cy="914400"/>
          </a:xfrm>
          <a:prstGeom prst="triangle">
            <a:avLst/>
          </a:prstGeom>
          <a:noFill/>
          <a:ln w="63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66511" y="2782665"/>
            <a:ext cx="181011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smtClean="0">
                <a:solidFill>
                  <a:srgbClr val="43CEA2"/>
                </a:solidFill>
                <a:latin typeface="Helvetica Neue" charset="0"/>
                <a:ea typeface="Helvetica Neue" charset="0"/>
                <a:cs typeface="Helvetica Neue" charset="0"/>
              </a:rPr>
              <a:t>15%</a:t>
            </a:r>
            <a:endParaRPr lang="en-US" sz="6000" b="1">
              <a:solidFill>
                <a:srgbClr val="43CEA2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50364" y="2938362"/>
            <a:ext cx="29168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ocean.</a:t>
            </a:r>
          </a:p>
          <a:p>
            <a:endParaRPr lang="en-US" sz="1200" dirty="0" smtClean="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small river named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country, in which roasted parts of sentences fly into your mouth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  <a:endParaRPr lang="en-US" sz="1200" dirty="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1807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3039498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85000"/>
                  <a:lumOff val="15000"/>
                  <a:alpha val="8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32538" y="878042"/>
            <a:ext cx="35269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spc="6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TIMELINE</a:t>
            </a:r>
            <a:endParaRPr lang="en-US" sz="9600" spc="6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08114" y="752696"/>
            <a:ext cx="2575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30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YOUR SUBTITLE HERE</a:t>
            </a:r>
            <a:endParaRPr lang="en-US" sz="2400" spc="3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094402" y="6027758"/>
            <a:ext cx="0" cy="830242"/>
          </a:xfrm>
          <a:prstGeom prst="line">
            <a:avLst/>
          </a:prstGeom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73061" y="5785076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2EC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46529" y="4417959"/>
            <a:ext cx="2698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3724" y="4068061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</a:p>
        </p:txBody>
      </p:sp>
      <p:sp>
        <p:nvSpPr>
          <p:cNvPr id="14" name="Right Triangle 13"/>
          <p:cNvSpPr/>
          <p:nvPr/>
        </p:nvSpPr>
        <p:spPr>
          <a:xfrm>
            <a:off x="482598" y="2217076"/>
            <a:ext cx="203202" cy="20320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06398" y="2447702"/>
            <a:ext cx="1343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i="1" spc="300" smtClean="0">
                <a:solidFill>
                  <a:srgbClr val="43CEA2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Our timeline</a:t>
            </a:r>
            <a:endParaRPr lang="en-US" sz="1050" i="1" spc="300" dirty="0">
              <a:solidFill>
                <a:srgbClr val="43CEA2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18" name="Right Triangle 17"/>
          <p:cNvSpPr/>
          <p:nvPr/>
        </p:nvSpPr>
        <p:spPr>
          <a:xfrm rot="16200000">
            <a:off x="11457968" y="2217076"/>
            <a:ext cx="203202" cy="20320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441968" y="2447702"/>
            <a:ext cx="13436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i="1" spc="300" smtClean="0">
                <a:solidFill>
                  <a:srgbClr val="43CEA2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Our timeline</a:t>
            </a:r>
            <a:endParaRPr lang="en-US" sz="1050" i="1" spc="300" dirty="0">
              <a:solidFill>
                <a:srgbClr val="43CEA2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5596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6094402" y="0"/>
            <a:ext cx="0" cy="685800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973061" y="734104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193503" y="686168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26030" y="1024722"/>
            <a:ext cx="41600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73061" y="1932273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590750" y="1884337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2709" y="2296714"/>
            <a:ext cx="13773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85%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02709" y="2992332"/>
            <a:ext cx="38911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3061" y="4334466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193503" y="4286530"/>
            <a:ext cx="14045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0086" y="4833257"/>
            <a:ext cx="4278085" cy="13171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47994" y="5030178"/>
            <a:ext cx="9428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et-line" charset="0"/>
              </a:rPr>
              <a:t></a:t>
            </a:r>
            <a:endParaRPr lang="en-US" sz="5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422023" y="5076344"/>
            <a:ext cx="2734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</a:t>
            </a:r>
          </a:p>
        </p:txBody>
      </p:sp>
    </p:spTree>
    <p:extLst>
      <p:ext uri="{BB962C8B-B14F-4D97-AF65-F5344CB8AC3E}">
        <p14:creationId xmlns:p14="http://schemas.microsoft.com/office/powerpoint/2010/main" val="183630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>
            <a:endCxn id="4" idx="0"/>
          </p:cNvCxnSpPr>
          <p:nvPr/>
        </p:nvCxnSpPr>
        <p:spPr>
          <a:xfrm>
            <a:off x="6094402" y="0"/>
            <a:ext cx="0" cy="4314071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973061" y="1094073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973061" y="4314071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559166" y="676805"/>
            <a:ext cx="25635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</a:t>
            </a:r>
          </a:p>
          <a:p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TITLE HERE</a:t>
            </a:r>
            <a:endParaRPr 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9166" y="1873075"/>
            <a:ext cx="4489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9166" y="3015652"/>
            <a:ext cx="848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43CEA2"/>
                </a:solidFill>
                <a:latin typeface="Signerica Fat" charset="0"/>
                <a:ea typeface="Signerica Fat" charset="0"/>
                <a:cs typeface="Signerica Fat" charset="0"/>
              </a:rPr>
              <a:t>Sign</a:t>
            </a:r>
            <a:endParaRPr lang="en-US" sz="1400" dirty="0">
              <a:solidFill>
                <a:srgbClr val="43CEA2"/>
              </a:solidFill>
              <a:latin typeface="Signerica Fat" charset="0"/>
              <a:ea typeface="Signerica Fat" charset="0"/>
              <a:cs typeface="Signerica Fat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3998" y="2045774"/>
            <a:ext cx="14013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TIMELINE</a:t>
            </a:r>
          </a:p>
          <a:p>
            <a:pPr algn="r"/>
            <a:r>
              <a:rPr lang="en-US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FINISH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73061" y="2278376"/>
            <a:ext cx="242682" cy="242682"/>
          </a:xfrm>
          <a:prstGeom prst="rect">
            <a:avLst/>
          </a:prstGeom>
          <a:solidFill>
            <a:schemeClr val="bg1"/>
          </a:solidFill>
          <a:ln w="1016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376284" y="2753660"/>
            <a:ext cx="13773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85%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0909" y="2897733"/>
            <a:ext cx="2734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</a:t>
            </a:r>
          </a:p>
        </p:txBody>
      </p:sp>
      <p:sp>
        <p:nvSpPr>
          <p:cNvPr id="12" name="Rectangle 11"/>
          <p:cNvSpPr/>
          <p:nvPr/>
        </p:nvSpPr>
        <p:spPr>
          <a:xfrm rot="2700000">
            <a:off x="5567969" y="5096828"/>
            <a:ext cx="129554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>
                <a:solidFill>
                  <a:srgbClr val="353535"/>
                </a:solidFill>
                <a:latin typeface="et-line" charset="0"/>
              </a:rPr>
              <a:t></a:t>
            </a:r>
            <a:endParaRPr lang="en-US" sz="6600"/>
          </a:p>
        </p:txBody>
      </p:sp>
    </p:spTree>
    <p:extLst>
      <p:ext uri="{BB962C8B-B14F-4D97-AF65-F5344CB8AC3E}">
        <p14:creationId xmlns:p14="http://schemas.microsoft.com/office/powerpoint/2010/main" val="111551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FRAME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ight Triangle 13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 14"/>
          <p:cNvSpPr>
            <a:spLocks noChangeArrowheads="1"/>
          </p:cNvSpPr>
          <p:nvPr/>
        </p:nvSpPr>
        <p:spPr bwMode="auto">
          <a:xfrm>
            <a:off x="7803322" y="2551390"/>
            <a:ext cx="1258954" cy="1755220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82751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TWO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70768" y="5060728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13884" y="5368505"/>
            <a:ext cx="1964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mountains.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9064768" y="5060728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07884" y="5368505"/>
            <a:ext cx="1964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mountains.</a:t>
            </a:r>
            <a:endParaRPr lang="en-US" sz="1200" dirty="0"/>
          </a:p>
        </p:txBody>
      </p:sp>
      <p:sp>
        <p:nvSpPr>
          <p:cNvPr id="17" name="Right Triangle 16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91958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3462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riangle 4"/>
          <p:cNvSpPr/>
          <p:nvPr/>
        </p:nvSpPr>
        <p:spPr>
          <a:xfrm rot="5400000">
            <a:off x="1155086" y="3272980"/>
            <a:ext cx="694270" cy="312042"/>
          </a:xfrm>
          <a:prstGeom prst="triangl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337260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LEFT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137552" y="5434302"/>
            <a:ext cx="2997429" cy="589503"/>
            <a:chOff x="6258458" y="4710558"/>
            <a:chExt cx="2997429" cy="589503"/>
          </a:xfrm>
        </p:grpSpPr>
        <p:sp>
          <p:nvSpPr>
            <p:cNvPr id="8" name="TextBox 7"/>
            <p:cNvSpPr txBox="1"/>
            <p:nvPr/>
          </p:nvSpPr>
          <p:spPr>
            <a:xfrm>
              <a:off x="6258458" y="4710558"/>
              <a:ext cx="6495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Photoshop</a:t>
              </a:r>
              <a:endPara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875655" y="4710558"/>
              <a:ext cx="38023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85%</a:t>
              </a:r>
              <a:endPara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58458" y="5029639"/>
              <a:ext cx="55816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Illustrator</a:t>
              </a:r>
              <a:endPara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6258458" y="4933349"/>
              <a:ext cx="2965953" cy="4763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58458" y="4933349"/>
              <a:ext cx="2389430" cy="47631"/>
            </a:xfrm>
            <a:prstGeom prst="roundRect">
              <a:avLst>
                <a:gd name="adj" fmla="val 50000"/>
              </a:avLst>
            </a:prstGeom>
            <a:solidFill>
              <a:srgbClr val="43CE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58458" y="5252430"/>
              <a:ext cx="2965953" cy="4763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58458" y="5252430"/>
              <a:ext cx="2027189" cy="47631"/>
            </a:xfrm>
            <a:prstGeom prst="roundRect">
              <a:avLst>
                <a:gd name="adj" fmla="val 50000"/>
              </a:avLst>
            </a:prstGeom>
            <a:solidFill>
              <a:srgbClr val="2932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75655" y="5029639"/>
              <a:ext cx="38023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70%</a:t>
              </a:r>
              <a:endPara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7052250" y="4163477"/>
            <a:ext cx="39967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9" name="Triangle 18"/>
          <p:cNvSpPr/>
          <p:nvPr/>
        </p:nvSpPr>
        <p:spPr>
          <a:xfrm rot="10800000">
            <a:off x="10540733" y="724851"/>
            <a:ext cx="1016532" cy="876320"/>
          </a:xfrm>
          <a:prstGeom prst="triangle">
            <a:avLst/>
          </a:prstGeom>
          <a:noFill/>
          <a:ln w="63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483689" y="1441276"/>
            <a:ext cx="378822" cy="3975447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z="110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PORTFOLIO WITH CHART</a:t>
            </a:r>
            <a:endParaRPr lang="en-US" sz="110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7543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RIGHT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93733" y="0"/>
            <a:ext cx="1202267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iangle 11"/>
          <p:cNvSpPr/>
          <p:nvPr/>
        </p:nvSpPr>
        <p:spPr>
          <a:xfrm rot="5400000">
            <a:off x="4750757" y="1688064"/>
            <a:ext cx="541866" cy="25591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>
            <a:spLocks noChangeArrowheads="1"/>
          </p:cNvSpPr>
          <p:nvPr/>
        </p:nvSpPr>
        <p:spPr bwMode="auto">
          <a:xfrm>
            <a:off x="8026400" y="1870854"/>
            <a:ext cx="2235200" cy="3116292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73358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9786" y="332295"/>
            <a:ext cx="11472423" cy="6193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22754" y="1264579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CENTER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619841" y="1391579"/>
            <a:ext cx="2794000" cy="809754"/>
          </a:xfrm>
          <a:prstGeom prst="rect">
            <a:avLst/>
          </a:prstGeom>
          <a:noFill/>
          <a:ln w="1270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337007" y="1565623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spc="6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URAP</a:t>
            </a:r>
            <a:endParaRPr lang="en-US" sz="2400" b="1" spc="60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796" y="2598003"/>
            <a:ext cx="2012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</a:p>
          <a:p>
            <a:pPr algn="ctr"/>
            <a:r>
              <a:rPr lang="en-US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HERE</a:t>
            </a:r>
            <a:endParaRPr 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03211" y="4080222"/>
            <a:ext cx="46272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3" name="Right Triangle 12"/>
          <p:cNvSpPr/>
          <p:nvPr/>
        </p:nvSpPr>
        <p:spPr>
          <a:xfrm rot="5400000" flipH="1" flipV="1">
            <a:off x="10888134" y="5573507"/>
            <a:ext cx="389466" cy="389466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03366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>
            <a:off x="7315200" y="754145"/>
            <a:ext cx="4062953" cy="4958499"/>
          </a:xfrm>
          <a:custGeom>
            <a:avLst/>
            <a:gdLst>
              <a:gd name="connsiteX0" fmla="*/ 0 w 4062953"/>
              <a:gd name="connsiteY0" fmla="*/ 0 h 4958499"/>
              <a:gd name="connsiteX1" fmla="*/ 4062953 w 4062953"/>
              <a:gd name="connsiteY1" fmla="*/ 0 h 4958499"/>
              <a:gd name="connsiteX2" fmla="*/ 4062953 w 4062953"/>
              <a:gd name="connsiteY2" fmla="*/ 4958499 h 4958499"/>
              <a:gd name="connsiteX3" fmla="*/ 0 w 4062953"/>
              <a:gd name="connsiteY3" fmla="*/ 4958499 h 4958499"/>
              <a:gd name="connsiteX4" fmla="*/ 0 w 4062953"/>
              <a:gd name="connsiteY4" fmla="*/ 923526 h 4958499"/>
              <a:gd name="connsiteX5" fmla="*/ 235669 w 4062953"/>
              <a:gd name="connsiteY5" fmla="*/ 699943 h 4958499"/>
              <a:gd name="connsiteX6" fmla="*/ 0 w 4062953"/>
              <a:gd name="connsiteY6" fmla="*/ 476360 h 4958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62953" h="4958499">
                <a:moveTo>
                  <a:pt x="0" y="0"/>
                </a:moveTo>
                <a:lnTo>
                  <a:pt x="4062953" y="0"/>
                </a:lnTo>
                <a:lnTo>
                  <a:pt x="4062953" y="4958499"/>
                </a:lnTo>
                <a:lnTo>
                  <a:pt x="0" y="4958499"/>
                </a:lnTo>
                <a:lnTo>
                  <a:pt x="0" y="923526"/>
                </a:lnTo>
                <a:lnTo>
                  <a:pt x="235669" y="699943"/>
                </a:lnTo>
                <a:lnTo>
                  <a:pt x="0" y="476360"/>
                </a:lnTo>
                <a:close/>
              </a:path>
            </a:pathLst>
          </a:cu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133674" y="2788578"/>
            <a:ext cx="2949718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WE ARE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AWESOME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TEAM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10193867" y="1269686"/>
            <a:ext cx="719667" cy="1003352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88573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98481" y="832779"/>
            <a:ext cx="3965316" cy="925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ONE PICTURE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672457"/>
            <a:ext cx="51500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 small river named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</a:t>
            </a:r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country.</a:t>
            </a:r>
          </a:p>
          <a:p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- The Quotes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83643" y="2295977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3872094" y="2258271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276838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175657"/>
            <a:ext cx="12192000" cy="5682343"/>
          </a:xfrm>
          <a:prstGeom prst="rect">
            <a:avLst/>
          </a:prstGeom>
          <a:gradFill flip="none" rotWithShape="1">
            <a:gsLst>
              <a:gs pos="1000">
                <a:schemeClr val="tx1">
                  <a:lumMod val="85000"/>
                  <a:lumOff val="15000"/>
                  <a:alpha val="8000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1175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/>
          <p:cNvSpPr/>
          <p:nvPr/>
        </p:nvSpPr>
        <p:spPr>
          <a:xfrm rot="10800000">
            <a:off x="3889902" y="-383311"/>
            <a:ext cx="4412196" cy="2330644"/>
          </a:xfrm>
          <a:prstGeom prst="triangle">
            <a:avLst/>
          </a:prstGeom>
          <a:noFill/>
          <a:ln w="190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553894" y="3680509"/>
            <a:ext cx="50842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spc="60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BREAK SLIDE</a:t>
            </a:r>
            <a:endParaRPr lang="en-US" sz="9600" spc="60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03769" y="6122910"/>
            <a:ext cx="17844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5715482" y="6085204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61866" y="3555163"/>
            <a:ext cx="3268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spc="60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YOUR SUBTITLE HERE</a:t>
            </a:r>
            <a:endParaRPr lang="en-US" sz="2400" spc="6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8" name="Right Triangle 17"/>
          <p:cNvSpPr/>
          <p:nvPr/>
        </p:nvSpPr>
        <p:spPr>
          <a:xfrm flipV="1">
            <a:off x="440266" y="1606248"/>
            <a:ext cx="745066" cy="745066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/>
          <p:cNvSpPr/>
          <p:nvPr/>
        </p:nvSpPr>
        <p:spPr>
          <a:xfrm flipH="1" flipV="1">
            <a:off x="11006668" y="1606248"/>
            <a:ext cx="745066" cy="745066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423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39921" y="992457"/>
            <a:ext cx="335700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Our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Awesome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PORTFOLIO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9921" y="3741885"/>
            <a:ext cx="16694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70003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SINGLE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9103813" y="977820"/>
            <a:ext cx="2253600" cy="3327807"/>
          </a:xfrm>
          <a:prstGeom prst="rect">
            <a:avLst/>
          </a:prstGeom>
          <a:noFill/>
          <a:ln w="889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10800000" flipH="1" flipV="1">
            <a:off x="9351194" y="3879269"/>
            <a:ext cx="225522" cy="225522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9241128" y="2727971"/>
            <a:ext cx="13740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YOUR</a:t>
            </a:r>
          </a:p>
          <a:p>
            <a:r>
              <a:rPr lang="en-US" sz="1600" b="1" dirty="0" smtClean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TITLE HERE</a:t>
            </a:r>
            <a:endParaRPr lang="en-US" sz="1600" b="1" dirty="0">
              <a:solidFill>
                <a:schemeClr val="bg1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09182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6285" y="790445"/>
            <a:ext cx="3025188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VERTICAL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Triangle 5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riangle 18"/>
          <p:cNvSpPr/>
          <p:nvPr/>
        </p:nvSpPr>
        <p:spPr>
          <a:xfrm rot="10800000">
            <a:off x="7021239" y="4512734"/>
            <a:ext cx="1089828" cy="939507"/>
          </a:xfrm>
          <a:prstGeom prst="triangle">
            <a:avLst/>
          </a:prstGeom>
          <a:noFill/>
          <a:ln w="190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riangle 20"/>
          <p:cNvSpPr/>
          <p:nvPr/>
        </p:nvSpPr>
        <p:spPr>
          <a:xfrm rot="10800000">
            <a:off x="8075339" y="4512734"/>
            <a:ext cx="1089828" cy="939507"/>
          </a:xfrm>
          <a:prstGeom prst="triangle">
            <a:avLst/>
          </a:prstGeom>
          <a:noFill/>
          <a:ln w="190500">
            <a:solidFill>
              <a:srgbClr val="43CE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/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41187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2754" y="790445"/>
            <a:ext cx="2578719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SQUARE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6980765" y="1976967"/>
            <a:ext cx="2904066" cy="2904066"/>
          </a:xfrm>
          <a:prstGeom prst="ellipse">
            <a:avLst/>
          </a:prstGeom>
          <a:noFill/>
          <a:ln w="190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91396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5653" y="790445"/>
            <a:ext cx="2995820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MASONRY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Picture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 16"/>
          <p:cNvSpPr>
            <a:spLocks noChangeArrowheads="1"/>
          </p:cNvSpPr>
          <p:nvPr/>
        </p:nvSpPr>
        <p:spPr bwMode="auto">
          <a:xfrm>
            <a:off x="9450088" y="2551390"/>
            <a:ext cx="1258954" cy="1755220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71412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39921" y="992457"/>
            <a:ext cx="306449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Our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Awesome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MOCKUP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9921" y="3741885"/>
            <a:ext cx="16694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541417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5219698" y="790445"/>
            <a:ext cx="8633753" cy="4945395"/>
            <a:chOff x="2007319" y="1438225"/>
            <a:chExt cx="8493749" cy="4865200"/>
          </a:xfrm>
        </p:grpSpPr>
        <p:sp>
          <p:nvSpPr>
            <p:cNvPr id="3" name="Freeform 2"/>
            <p:cNvSpPr>
              <a:spLocks/>
            </p:cNvSpPr>
            <p:nvPr/>
          </p:nvSpPr>
          <p:spPr bwMode="auto">
            <a:xfrm>
              <a:off x="2007319" y="6114624"/>
              <a:ext cx="4278332" cy="188801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4" name="Freeform 3"/>
            <p:cNvSpPr>
              <a:spLocks/>
            </p:cNvSpPr>
            <p:nvPr/>
          </p:nvSpPr>
          <p:spPr bwMode="auto">
            <a:xfrm>
              <a:off x="6222734" y="6114624"/>
              <a:ext cx="4278332" cy="188801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5" name="Freeform 4"/>
            <p:cNvSpPr>
              <a:spLocks/>
            </p:cNvSpPr>
            <p:nvPr/>
          </p:nvSpPr>
          <p:spPr bwMode="auto">
            <a:xfrm>
              <a:off x="2868793" y="1438225"/>
              <a:ext cx="6838561" cy="4666717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1750">
              <a:solidFill>
                <a:schemeClr val="bg1">
                  <a:lumMod val="75000"/>
                </a:schemeClr>
              </a:solidFill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007319" y="6037169"/>
              <a:ext cx="8493749" cy="1549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5641962" y="6037170"/>
              <a:ext cx="1219614" cy="87138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096260" y="1733528"/>
              <a:ext cx="6383621" cy="40325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251777" y="1546335"/>
              <a:ext cx="79086" cy="790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612303" y="790445"/>
            <a:ext cx="2589170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LAPTOP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MOCKUP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1" name="Right Triangle 10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250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612303" y="790445"/>
            <a:ext cx="2589170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IPAD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MOCKUP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11" name="Right Triangle 10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897964" y="-1197741"/>
            <a:ext cx="4685370" cy="6965981"/>
            <a:chOff x="6355338" y="926968"/>
            <a:chExt cx="3439889" cy="5114260"/>
          </a:xfrm>
        </p:grpSpPr>
        <p:sp>
          <p:nvSpPr>
            <p:cNvPr id="18" name="Freeform 416"/>
            <p:cNvSpPr>
              <a:spLocks noChangeArrowheads="1"/>
            </p:cNvSpPr>
            <p:nvPr/>
          </p:nvSpPr>
          <p:spPr bwMode="auto">
            <a:xfrm>
              <a:off x="6355338" y="926968"/>
              <a:ext cx="3439889" cy="5114260"/>
            </a:xfrm>
            <a:custGeom>
              <a:avLst/>
              <a:gdLst>
                <a:gd name="T0" fmla="*/ 8359 w 8992"/>
                <a:gd name="T1" fmla="*/ 0 h 13368"/>
                <a:gd name="T2" fmla="*/ 8991 w 8992"/>
                <a:gd name="T3" fmla="*/ 639 h 13368"/>
                <a:gd name="T4" fmla="*/ 8991 w 8992"/>
                <a:gd name="T5" fmla="*/ 12734 h 13368"/>
                <a:gd name="T6" fmla="*/ 8353 w 8992"/>
                <a:gd name="T7" fmla="*/ 13367 h 13368"/>
                <a:gd name="T8" fmla="*/ 633 w 8992"/>
                <a:gd name="T9" fmla="*/ 13361 h 13368"/>
                <a:gd name="T10" fmla="*/ 0 w 8992"/>
                <a:gd name="T11" fmla="*/ 12728 h 13368"/>
                <a:gd name="T12" fmla="*/ 0 w 8992"/>
                <a:gd name="T13" fmla="*/ 633 h 13368"/>
                <a:gd name="T14" fmla="*/ 639 w 8992"/>
                <a:gd name="T15" fmla="*/ 0 h 13368"/>
                <a:gd name="T16" fmla="*/ 8359 w 8992"/>
                <a:gd name="T17" fmla="*/ 0 h 13368"/>
                <a:gd name="T18" fmla="*/ 8359 w 8992"/>
                <a:gd name="T19" fmla="*/ 0 h 13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2" h="13368">
                  <a:moveTo>
                    <a:pt x="8359" y="0"/>
                  </a:moveTo>
                  <a:cubicBezTo>
                    <a:pt x="8710" y="0"/>
                    <a:pt x="8991" y="287"/>
                    <a:pt x="8991" y="639"/>
                  </a:cubicBezTo>
                  <a:cubicBezTo>
                    <a:pt x="8991" y="639"/>
                    <a:pt x="8991" y="639"/>
                    <a:pt x="8991" y="12734"/>
                  </a:cubicBezTo>
                  <a:cubicBezTo>
                    <a:pt x="8991" y="13081"/>
                    <a:pt x="8704" y="13367"/>
                    <a:pt x="8353" y="13367"/>
                  </a:cubicBezTo>
                  <a:cubicBezTo>
                    <a:pt x="8353" y="13367"/>
                    <a:pt x="8353" y="13367"/>
                    <a:pt x="633" y="13361"/>
                  </a:cubicBezTo>
                  <a:cubicBezTo>
                    <a:pt x="281" y="13361"/>
                    <a:pt x="0" y="13081"/>
                    <a:pt x="0" y="12728"/>
                  </a:cubicBezTo>
                  <a:cubicBezTo>
                    <a:pt x="0" y="12728"/>
                    <a:pt x="0" y="12728"/>
                    <a:pt x="0" y="633"/>
                  </a:cubicBezTo>
                  <a:cubicBezTo>
                    <a:pt x="6" y="287"/>
                    <a:pt x="286" y="0"/>
                    <a:pt x="639" y="0"/>
                  </a:cubicBezTo>
                  <a:cubicBezTo>
                    <a:pt x="639" y="0"/>
                    <a:pt x="639" y="0"/>
                    <a:pt x="8359" y="0"/>
                  </a:cubicBezTo>
                  <a:lnTo>
                    <a:pt x="8359" y="0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 w="31750" cap="flat">
              <a:solidFill>
                <a:schemeClr val="bg1">
                  <a:lumMod val="75000"/>
                </a:schemeClr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417"/>
            <p:cNvSpPr>
              <a:spLocks noChangeArrowheads="1"/>
            </p:cNvSpPr>
            <p:nvPr/>
          </p:nvSpPr>
          <p:spPr bwMode="auto">
            <a:xfrm>
              <a:off x="6586115" y="1428267"/>
              <a:ext cx="2978331" cy="4111663"/>
            </a:xfrm>
            <a:custGeom>
              <a:avLst/>
              <a:gdLst>
                <a:gd name="T0" fmla="*/ 8555 w 8562"/>
                <a:gd name="T1" fmla="*/ 10734 h 10747"/>
                <a:gd name="T2" fmla="*/ 8555 w 8562"/>
                <a:gd name="T3" fmla="*/ 10734 h 10747"/>
                <a:gd name="T4" fmla="*/ 8543 w 8562"/>
                <a:gd name="T5" fmla="*/ 10746 h 10747"/>
                <a:gd name="T6" fmla="*/ 12 w 8562"/>
                <a:gd name="T7" fmla="*/ 10746 h 10747"/>
                <a:gd name="T8" fmla="*/ 0 w 8562"/>
                <a:gd name="T9" fmla="*/ 10734 h 10747"/>
                <a:gd name="T10" fmla="*/ 6 w 8562"/>
                <a:gd name="T11" fmla="*/ 12 h 10747"/>
                <a:gd name="T12" fmla="*/ 18 w 8562"/>
                <a:gd name="T13" fmla="*/ 0 h 10747"/>
                <a:gd name="T14" fmla="*/ 8549 w 8562"/>
                <a:gd name="T15" fmla="*/ 0 h 10747"/>
                <a:gd name="T16" fmla="*/ 8561 w 8562"/>
                <a:gd name="T17" fmla="*/ 12 h 10747"/>
                <a:gd name="T18" fmla="*/ 8555 w 8562"/>
                <a:gd name="T19" fmla="*/ 10734 h 1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2" h="10747">
                  <a:moveTo>
                    <a:pt x="8555" y="10734"/>
                  </a:moveTo>
                  <a:lnTo>
                    <a:pt x="8555" y="10734"/>
                  </a:lnTo>
                  <a:cubicBezTo>
                    <a:pt x="8555" y="10740"/>
                    <a:pt x="8549" y="10746"/>
                    <a:pt x="8543" y="10746"/>
                  </a:cubicBezTo>
                  <a:cubicBezTo>
                    <a:pt x="12" y="10746"/>
                    <a:pt x="12" y="10746"/>
                    <a:pt x="12" y="10746"/>
                  </a:cubicBezTo>
                  <a:cubicBezTo>
                    <a:pt x="6" y="10746"/>
                    <a:pt x="0" y="10740"/>
                    <a:pt x="0" y="10734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6"/>
                    <a:pt x="12" y="0"/>
                    <a:pt x="18" y="0"/>
                  </a:cubicBezTo>
                  <a:cubicBezTo>
                    <a:pt x="8549" y="0"/>
                    <a:pt x="8549" y="0"/>
                    <a:pt x="8549" y="0"/>
                  </a:cubicBezTo>
                  <a:cubicBezTo>
                    <a:pt x="8555" y="0"/>
                    <a:pt x="8561" y="6"/>
                    <a:pt x="8561" y="12"/>
                  </a:cubicBezTo>
                  <a:lnTo>
                    <a:pt x="8555" y="10734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034824" y="1164251"/>
              <a:ext cx="80914" cy="8091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7962565" y="5676920"/>
              <a:ext cx="225405" cy="22540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9777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 rot="16200000">
            <a:off x="428498" y="-29340"/>
            <a:ext cx="4685370" cy="6965981"/>
            <a:chOff x="6355337" y="926968"/>
            <a:chExt cx="3439889" cy="5114260"/>
          </a:xfrm>
        </p:grpSpPr>
        <p:sp>
          <p:nvSpPr>
            <p:cNvPr id="3" name="Freeform 416"/>
            <p:cNvSpPr>
              <a:spLocks noChangeArrowheads="1"/>
            </p:cNvSpPr>
            <p:nvPr/>
          </p:nvSpPr>
          <p:spPr bwMode="auto">
            <a:xfrm>
              <a:off x="6355337" y="926968"/>
              <a:ext cx="3439889" cy="5114260"/>
            </a:xfrm>
            <a:custGeom>
              <a:avLst/>
              <a:gdLst>
                <a:gd name="T0" fmla="*/ 8359 w 8992"/>
                <a:gd name="T1" fmla="*/ 0 h 13368"/>
                <a:gd name="T2" fmla="*/ 8991 w 8992"/>
                <a:gd name="T3" fmla="*/ 639 h 13368"/>
                <a:gd name="T4" fmla="*/ 8991 w 8992"/>
                <a:gd name="T5" fmla="*/ 12734 h 13368"/>
                <a:gd name="T6" fmla="*/ 8353 w 8992"/>
                <a:gd name="T7" fmla="*/ 13367 h 13368"/>
                <a:gd name="T8" fmla="*/ 633 w 8992"/>
                <a:gd name="T9" fmla="*/ 13361 h 13368"/>
                <a:gd name="T10" fmla="*/ 0 w 8992"/>
                <a:gd name="T11" fmla="*/ 12728 h 13368"/>
                <a:gd name="T12" fmla="*/ 0 w 8992"/>
                <a:gd name="T13" fmla="*/ 633 h 13368"/>
                <a:gd name="T14" fmla="*/ 639 w 8992"/>
                <a:gd name="T15" fmla="*/ 0 h 13368"/>
                <a:gd name="T16" fmla="*/ 8359 w 8992"/>
                <a:gd name="T17" fmla="*/ 0 h 13368"/>
                <a:gd name="T18" fmla="*/ 8359 w 8992"/>
                <a:gd name="T19" fmla="*/ 0 h 13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2" h="13368">
                  <a:moveTo>
                    <a:pt x="8359" y="0"/>
                  </a:moveTo>
                  <a:cubicBezTo>
                    <a:pt x="8710" y="0"/>
                    <a:pt x="8991" y="287"/>
                    <a:pt x="8991" y="639"/>
                  </a:cubicBezTo>
                  <a:cubicBezTo>
                    <a:pt x="8991" y="639"/>
                    <a:pt x="8991" y="639"/>
                    <a:pt x="8991" y="12734"/>
                  </a:cubicBezTo>
                  <a:cubicBezTo>
                    <a:pt x="8991" y="13081"/>
                    <a:pt x="8704" y="13367"/>
                    <a:pt x="8353" y="13367"/>
                  </a:cubicBezTo>
                  <a:cubicBezTo>
                    <a:pt x="8353" y="13367"/>
                    <a:pt x="8353" y="13367"/>
                    <a:pt x="633" y="13361"/>
                  </a:cubicBezTo>
                  <a:cubicBezTo>
                    <a:pt x="281" y="13361"/>
                    <a:pt x="0" y="13081"/>
                    <a:pt x="0" y="12728"/>
                  </a:cubicBezTo>
                  <a:cubicBezTo>
                    <a:pt x="0" y="12728"/>
                    <a:pt x="0" y="12728"/>
                    <a:pt x="0" y="633"/>
                  </a:cubicBezTo>
                  <a:cubicBezTo>
                    <a:pt x="6" y="287"/>
                    <a:pt x="286" y="0"/>
                    <a:pt x="639" y="0"/>
                  </a:cubicBezTo>
                  <a:cubicBezTo>
                    <a:pt x="639" y="0"/>
                    <a:pt x="639" y="0"/>
                    <a:pt x="8359" y="0"/>
                  </a:cubicBezTo>
                  <a:lnTo>
                    <a:pt x="8359" y="0"/>
                  </a:ln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1750" cap="flat">
              <a:solidFill>
                <a:schemeClr val="bg1">
                  <a:lumMod val="75000"/>
                </a:schemeClr>
              </a:solidFill>
              <a:bevel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Freeform 417"/>
            <p:cNvSpPr>
              <a:spLocks noChangeArrowheads="1"/>
            </p:cNvSpPr>
            <p:nvPr/>
          </p:nvSpPr>
          <p:spPr bwMode="auto">
            <a:xfrm>
              <a:off x="6586115" y="1428267"/>
              <a:ext cx="2978331" cy="4111663"/>
            </a:xfrm>
            <a:custGeom>
              <a:avLst/>
              <a:gdLst>
                <a:gd name="T0" fmla="*/ 8555 w 8562"/>
                <a:gd name="T1" fmla="*/ 10734 h 10747"/>
                <a:gd name="T2" fmla="*/ 8555 w 8562"/>
                <a:gd name="T3" fmla="*/ 10734 h 10747"/>
                <a:gd name="T4" fmla="*/ 8543 w 8562"/>
                <a:gd name="T5" fmla="*/ 10746 h 10747"/>
                <a:gd name="T6" fmla="*/ 12 w 8562"/>
                <a:gd name="T7" fmla="*/ 10746 h 10747"/>
                <a:gd name="T8" fmla="*/ 0 w 8562"/>
                <a:gd name="T9" fmla="*/ 10734 h 10747"/>
                <a:gd name="T10" fmla="*/ 6 w 8562"/>
                <a:gd name="T11" fmla="*/ 12 h 10747"/>
                <a:gd name="T12" fmla="*/ 18 w 8562"/>
                <a:gd name="T13" fmla="*/ 0 h 10747"/>
                <a:gd name="T14" fmla="*/ 8549 w 8562"/>
                <a:gd name="T15" fmla="*/ 0 h 10747"/>
                <a:gd name="T16" fmla="*/ 8561 w 8562"/>
                <a:gd name="T17" fmla="*/ 12 h 10747"/>
                <a:gd name="T18" fmla="*/ 8555 w 8562"/>
                <a:gd name="T19" fmla="*/ 10734 h 10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2" h="10747">
                  <a:moveTo>
                    <a:pt x="8555" y="10734"/>
                  </a:moveTo>
                  <a:lnTo>
                    <a:pt x="8555" y="10734"/>
                  </a:lnTo>
                  <a:cubicBezTo>
                    <a:pt x="8555" y="10740"/>
                    <a:pt x="8549" y="10746"/>
                    <a:pt x="8543" y="10746"/>
                  </a:cubicBezTo>
                  <a:cubicBezTo>
                    <a:pt x="12" y="10746"/>
                    <a:pt x="12" y="10746"/>
                    <a:pt x="12" y="10746"/>
                  </a:cubicBezTo>
                  <a:cubicBezTo>
                    <a:pt x="6" y="10746"/>
                    <a:pt x="0" y="10740"/>
                    <a:pt x="0" y="10734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6"/>
                    <a:pt x="12" y="0"/>
                    <a:pt x="18" y="0"/>
                  </a:cubicBezTo>
                  <a:cubicBezTo>
                    <a:pt x="8549" y="0"/>
                    <a:pt x="8549" y="0"/>
                    <a:pt x="8549" y="0"/>
                  </a:cubicBezTo>
                  <a:cubicBezTo>
                    <a:pt x="8555" y="0"/>
                    <a:pt x="8561" y="6"/>
                    <a:pt x="8561" y="12"/>
                  </a:cubicBezTo>
                  <a:lnTo>
                    <a:pt x="8555" y="10734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8034824" y="1164251"/>
              <a:ext cx="80914" cy="8091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7962565" y="5676920"/>
              <a:ext cx="225405" cy="225405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7662333" y="790445"/>
            <a:ext cx="2589170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IPAD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MOCKUP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8" name="Right Triangle 7"/>
          <p:cNvSpPr/>
          <p:nvPr/>
        </p:nvSpPr>
        <p:spPr>
          <a:xfrm flipV="1">
            <a:off x="7758407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662333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7758407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62333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448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2303" y="790445"/>
            <a:ext cx="2589170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PHONE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MOCKUP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3" name="Right Triangle 2"/>
          <p:cNvSpPr/>
          <p:nvPr/>
        </p:nvSpPr>
        <p:spPr>
          <a:xfrm rot="5400000" flipV="1">
            <a:off x="3796006" y="3452887"/>
            <a:ext cx="255515" cy="255515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01552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290003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95866" y="4229731"/>
            <a:ext cx="336327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375125" y="684349"/>
            <a:ext cx="2560026" cy="5383207"/>
            <a:chOff x="3835384" y="1981165"/>
            <a:chExt cx="1711044" cy="3597978"/>
          </a:xfrm>
        </p:grpSpPr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835384" y="1981165"/>
              <a:ext cx="1711044" cy="3597978"/>
            </a:xfrm>
            <a:custGeom>
              <a:avLst/>
              <a:gdLst>
                <a:gd name="T0" fmla="*/ 37 w 401"/>
                <a:gd name="T1" fmla="*/ 843 h 843"/>
                <a:gd name="T2" fmla="*/ 0 w 401"/>
                <a:gd name="T3" fmla="*/ 806 h 843"/>
                <a:gd name="T4" fmla="*/ 0 w 401"/>
                <a:gd name="T5" fmla="*/ 37 h 843"/>
                <a:gd name="T6" fmla="*/ 37 w 401"/>
                <a:gd name="T7" fmla="*/ 0 h 843"/>
                <a:gd name="T8" fmla="*/ 365 w 401"/>
                <a:gd name="T9" fmla="*/ 0 h 843"/>
                <a:gd name="T10" fmla="*/ 401 w 401"/>
                <a:gd name="T11" fmla="*/ 37 h 843"/>
                <a:gd name="T12" fmla="*/ 401 w 401"/>
                <a:gd name="T13" fmla="*/ 806 h 843"/>
                <a:gd name="T14" fmla="*/ 365 w 401"/>
                <a:gd name="T15" fmla="*/ 843 h 843"/>
                <a:gd name="T16" fmla="*/ 37 w 401"/>
                <a:gd name="T17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843">
                  <a:moveTo>
                    <a:pt x="37" y="843"/>
                  </a:moveTo>
                  <a:cubicBezTo>
                    <a:pt x="16" y="843"/>
                    <a:pt x="0" y="827"/>
                    <a:pt x="0" y="80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365" y="0"/>
                    <a:pt x="365" y="0"/>
                    <a:pt x="365" y="0"/>
                  </a:cubicBezTo>
                  <a:cubicBezTo>
                    <a:pt x="385" y="0"/>
                    <a:pt x="401" y="16"/>
                    <a:pt x="401" y="37"/>
                  </a:cubicBezTo>
                  <a:cubicBezTo>
                    <a:pt x="401" y="806"/>
                    <a:pt x="401" y="806"/>
                    <a:pt x="401" y="806"/>
                  </a:cubicBezTo>
                  <a:cubicBezTo>
                    <a:pt x="401" y="827"/>
                    <a:pt x="385" y="843"/>
                    <a:pt x="365" y="843"/>
                  </a:cubicBezTo>
                  <a:lnTo>
                    <a:pt x="37" y="843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31750">
              <a:solidFill>
                <a:schemeClr val="bg1">
                  <a:lumMod val="75000"/>
                </a:schemeClr>
              </a:solidFill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4667436" y="2134817"/>
              <a:ext cx="51203" cy="51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4684504" y="2151887"/>
              <a:ext cx="12803" cy="1280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4667436" y="2130547"/>
              <a:ext cx="51203" cy="5121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4684504" y="2147619"/>
              <a:ext cx="12803" cy="1280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4675970" y="2139083"/>
              <a:ext cx="34135" cy="341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4675970" y="2139083"/>
              <a:ext cx="34135" cy="3414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5" name="Oval 14"/>
            <p:cNvSpPr>
              <a:spLocks noChangeArrowheads="1"/>
            </p:cNvSpPr>
            <p:nvPr/>
          </p:nvSpPr>
          <p:spPr bwMode="auto">
            <a:xfrm>
              <a:off x="4684504" y="2147619"/>
              <a:ext cx="17067" cy="170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4684504" y="2147619"/>
              <a:ext cx="17067" cy="170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4688771" y="2151888"/>
              <a:ext cx="4269" cy="4269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8" name="Freeform 17"/>
            <p:cNvSpPr>
              <a:spLocks/>
            </p:cNvSpPr>
            <p:nvPr/>
          </p:nvSpPr>
          <p:spPr bwMode="auto">
            <a:xfrm>
              <a:off x="4688771" y="2151888"/>
              <a:ext cx="4269" cy="4269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4583612" y="5247747"/>
              <a:ext cx="214587" cy="214643"/>
            </a:xfrm>
            <a:prstGeom prst="ellipse">
              <a:avLst/>
            </a:prstGeom>
            <a:noFill/>
            <a:ln>
              <a:solidFill>
                <a:schemeClr val="bg1">
                  <a:lumMod val="95000"/>
                </a:schemeClr>
              </a:solidFill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3942053" y="2497600"/>
              <a:ext cx="1501964" cy="26333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4560763" y="2258575"/>
              <a:ext cx="311489" cy="72559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4577832" y="2279916"/>
              <a:ext cx="277352" cy="29879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  <p:sp>
          <p:nvSpPr>
            <p:cNvPr id="23" name="Oval 22"/>
            <p:cNvSpPr>
              <a:spLocks noChangeArrowheads="1"/>
            </p:cNvSpPr>
            <p:nvPr/>
          </p:nvSpPr>
          <p:spPr bwMode="auto">
            <a:xfrm>
              <a:off x="4458324" y="2271374"/>
              <a:ext cx="46939" cy="469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kern="1200">
                <a:latin typeface="Roboto Light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8545682" y="1258951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43CEA2"/>
                </a:solidFill>
                <a:latin typeface="et-line" charset="0"/>
              </a:rPr>
              <a:t></a:t>
            </a:r>
            <a:endParaRPr lang="en-US" sz="2800">
              <a:solidFill>
                <a:srgbClr val="43CEA2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69918" y="1366672"/>
            <a:ext cx="987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545682" y="1814775"/>
            <a:ext cx="3090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</a:t>
            </a:r>
            <a:endParaRPr lang="en-US" sz="1200" dirty="0"/>
          </a:p>
        </p:txBody>
      </p:sp>
      <p:sp>
        <p:nvSpPr>
          <p:cNvPr id="32" name="Rectangle 31"/>
          <p:cNvSpPr/>
          <p:nvPr/>
        </p:nvSpPr>
        <p:spPr>
          <a:xfrm>
            <a:off x="8584955" y="2825861"/>
            <a:ext cx="4651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43CEA2"/>
                </a:solidFill>
                <a:latin typeface="et-line" charset="0"/>
              </a:rPr>
              <a:t></a:t>
            </a:r>
            <a:endParaRPr lang="en-US" sz="2800" dirty="0">
              <a:solidFill>
                <a:srgbClr val="43CEA2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069918" y="2933582"/>
            <a:ext cx="987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545682" y="3381685"/>
            <a:ext cx="3090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</a:t>
            </a:r>
            <a:endParaRPr lang="en-US" sz="1200" dirty="0"/>
          </a:p>
        </p:txBody>
      </p:sp>
      <p:sp>
        <p:nvSpPr>
          <p:cNvPr id="40" name="Rectangle 39"/>
          <p:cNvSpPr/>
          <p:nvPr/>
        </p:nvSpPr>
        <p:spPr>
          <a:xfrm>
            <a:off x="8545682" y="4392967"/>
            <a:ext cx="5661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43CEA2"/>
                </a:solidFill>
                <a:latin typeface="et-line" charset="0"/>
              </a:rPr>
              <a:t></a:t>
            </a:r>
            <a:endParaRPr lang="en-US" sz="2800" dirty="0">
              <a:solidFill>
                <a:srgbClr val="43CEA2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69918" y="4500689"/>
            <a:ext cx="9870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Your Title</a:t>
            </a:r>
            <a:endParaRPr lang="en-US" sz="1400" b="1">
              <a:solidFill>
                <a:schemeClr val="tx1">
                  <a:lumMod val="75000"/>
                  <a:lumOff val="25000"/>
                </a:schemeClr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545682" y="4948792"/>
            <a:ext cx="3090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</a:t>
            </a:r>
            <a:endParaRPr lang="en-US" sz="1200" dirty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86947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39921" y="992457"/>
            <a:ext cx="3064493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Our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Awesome</a:t>
            </a:r>
          </a:p>
          <a:p>
            <a:pPr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39921" y="3741885"/>
            <a:ext cx="166941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93898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121755721"/>
              </p:ext>
            </p:extLst>
          </p:nvPr>
        </p:nvGraphicFramePr>
        <p:xfrm>
          <a:off x="4707465" y="606395"/>
          <a:ext cx="3352802" cy="5554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3745" y="790445"/>
            <a:ext cx="2552365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COLUMN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687954" y="1462035"/>
            <a:ext cx="25896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ocean.</a:t>
            </a:r>
          </a:p>
          <a:p>
            <a:endParaRPr lang="en-US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  <a:p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A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small river named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country, in which roasted parts of sentences fly into your mouth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Helvetica Neue Thin" charset="0"/>
              <a:ea typeface="Helvetica Neue Thin" charset="0"/>
              <a:cs typeface="Helvetica Neue Th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5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4483" y="790445"/>
            <a:ext cx="2191627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BAR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1790287790"/>
              </p:ext>
            </p:extLst>
          </p:nvPr>
        </p:nvGraphicFramePr>
        <p:xfrm>
          <a:off x="4661880" y="2548467"/>
          <a:ext cx="6312130" cy="3032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661880" y="1154512"/>
            <a:ext cx="61331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Far far away,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behind the word mountains, far from the countries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Vokalia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and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Consonantia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, there live the blind texts. Separated they live in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Bookmarksgrove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right at the coast of the Semantics, a large language ocean. A small river named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Duden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flows by their place and supplies it with the necessary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regelialia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. It is a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paradisematic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 country, in which roasted parts of sentences fly into your </a:t>
            </a:r>
            <a:r>
              <a: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rPr>
              <a:t>mouth.</a:t>
            </a:r>
          </a:p>
        </p:txBody>
      </p:sp>
    </p:spTree>
    <p:extLst>
      <p:ext uri="{BB962C8B-B14F-4D97-AF65-F5344CB8AC3E}">
        <p14:creationId xmlns:p14="http://schemas.microsoft.com/office/powerpoint/2010/main" val="70432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4483" y="790445"/>
            <a:ext cx="2191627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PIE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65588114"/>
              </p:ext>
            </p:extLst>
          </p:nvPr>
        </p:nvGraphicFramePr>
        <p:xfrm>
          <a:off x="4925117" y="867568"/>
          <a:ext cx="5598950" cy="397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Oval 9"/>
          <p:cNvSpPr/>
          <p:nvPr/>
        </p:nvSpPr>
        <p:spPr>
          <a:xfrm>
            <a:off x="6667143" y="1631390"/>
            <a:ext cx="2114896" cy="2114896"/>
          </a:xfrm>
          <a:prstGeom prst="ellipse">
            <a:avLst/>
          </a:prstGeom>
          <a:noFill/>
          <a:ln w="190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4165337" y="4937243"/>
            <a:ext cx="7118508" cy="830997"/>
            <a:chOff x="4221613" y="4583512"/>
            <a:chExt cx="7118508" cy="830997"/>
          </a:xfrm>
        </p:grpSpPr>
        <p:sp>
          <p:nvSpPr>
            <p:cNvPr id="11" name="Rectangle 10"/>
            <p:cNvSpPr/>
            <p:nvPr/>
          </p:nvSpPr>
          <p:spPr>
            <a:xfrm>
              <a:off x="4221613" y="4583512"/>
              <a:ext cx="35592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Separated they live in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Bookmarksgrove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right at the coast of the Semantics.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0867" y="4583512"/>
              <a:ext cx="35592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A small river named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Duden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flows by their place and supplies it with the necessary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regelialia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 It is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paradisematic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country, in which roasted parts of sentences fly into your mouth.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654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74643514"/>
              </p:ext>
            </p:extLst>
          </p:nvPr>
        </p:nvGraphicFramePr>
        <p:xfrm>
          <a:off x="4165337" y="907777"/>
          <a:ext cx="7019130" cy="3317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4165337" y="4759443"/>
            <a:ext cx="7118508" cy="830997"/>
            <a:chOff x="4221613" y="4583512"/>
            <a:chExt cx="7118508" cy="830997"/>
          </a:xfrm>
        </p:grpSpPr>
        <p:sp>
          <p:nvSpPr>
            <p:cNvPr id="11" name="Rectangle 10"/>
            <p:cNvSpPr/>
            <p:nvPr/>
          </p:nvSpPr>
          <p:spPr>
            <a:xfrm>
              <a:off x="4221613" y="4583512"/>
              <a:ext cx="35592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Separated they live in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Bookmarksgrove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right at the coast of the Semantics.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80867" y="4583512"/>
              <a:ext cx="35592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A small river named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Duden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flows by their place and supplies it with the necessary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regelialia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 It is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paradisematic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country, in which roasted parts of sentences fly into your mouth.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4483" y="790445"/>
            <a:ext cx="2191627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BAR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Triangle 16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67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897168667"/>
              </p:ext>
            </p:extLst>
          </p:nvPr>
        </p:nvGraphicFramePr>
        <p:xfrm>
          <a:off x="4290582" y="2378530"/>
          <a:ext cx="7054726" cy="33897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4165337" y="1010424"/>
            <a:ext cx="7118508" cy="830997"/>
            <a:chOff x="4221613" y="4583512"/>
            <a:chExt cx="7118508" cy="830997"/>
          </a:xfrm>
        </p:grpSpPr>
        <p:sp>
          <p:nvSpPr>
            <p:cNvPr id="10" name="Rectangle 9"/>
            <p:cNvSpPr/>
            <p:nvPr/>
          </p:nvSpPr>
          <p:spPr>
            <a:xfrm>
              <a:off x="4221613" y="4583512"/>
              <a:ext cx="35592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Separated they live in </a:t>
              </a:r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Bookmarksgrove</a:t>
              </a:r>
              <a:r>
                <a:rPr 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right at the coast of the Semantics.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780867" y="4583512"/>
              <a:ext cx="35592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A small river named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Duden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flows by their place and supplies it with the necessary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regelialia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. It is a </a:t>
              </a:r>
              <a:r>
                <a:rPr 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paradisematic</a:t>
              </a: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country, in which roasted parts of sentences fly into your mouth.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0" y="1"/>
            <a:ext cx="366912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bg1"/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bg1"/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4483" y="790445"/>
            <a:ext cx="2191627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AREA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bg1"/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bg1"/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Triangle 20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95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6189" y="5805946"/>
            <a:ext cx="19575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smtClean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Medium" charset="0"/>
                <a:ea typeface="Helvetica Neue Medium" charset="0"/>
                <a:cs typeface="Helvetica Neue Medium" charset="0"/>
              </a:rPr>
              <a:t>www.yourwebsitehere.com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Helvetica Neue Medium" charset="0"/>
              <a:ea typeface="Helvetica Neue Medium" charset="0"/>
              <a:cs typeface="Helvetica Neue Medium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4483" y="790445"/>
            <a:ext cx="2191627" cy="25930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MAP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CHART</a:t>
            </a:r>
          </a:p>
          <a:p>
            <a:pPr algn="r">
              <a:lnSpc>
                <a:spcPts val="6500"/>
              </a:lnSpc>
            </a:pPr>
            <a:r>
              <a:rPr 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Ostrich Sans Medium" charset="0"/>
                <a:ea typeface="Ostrich Sans Medium" charset="0"/>
                <a:cs typeface="Ostrich Sans Medium" charset="0"/>
              </a:rPr>
              <a:t>SLIDE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  <a:latin typeface="Ostrich Sans Medium" charset="0"/>
              <a:ea typeface="Ostrich Sans Medium" charset="0"/>
              <a:cs typeface="Ostrich Sans Medium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264640" y="5768240"/>
            <a:ext cx="761037" cy="0"/>
          </a:xfrm>
          <a:prstGeom prst="line">
            <a:avLst/>
          </a:prstGeom>
          <a:ln>
            <a:solidFill>
              <a:srgbClr val="43CE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 rot="5400000" flipV="1">
            <a:off x="2653144" y="3421168"/>
            <a:ext cx="372533" cy="372533"/>
          </a:xfrm>
          <a:prstGeom prst="rtTriangle">
            <a:avLst/>
          </a:prstGeom>
          <a:solidFill>
            <a:srgbClr val="43C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/>
          <p:cNvGrpSpPr/>
          <p:nvPr/>
        </p:nvGrpSpPr>
        <p:grpSpPr>
          <a:xfrm>
            <a:off x="4194717" y="2528100"/>
            <a:ext cx="7100880" cy="3539456"/>
            <a:chOff x="807798" y="1815560"/>
            <a:chExt cx="7589089" cy="3782807"/>
          </a:xfrm>
          <a:solidFill>
            <a:schemeClr val="bg1">
              <a:lumMod val="85000"/>
            </a:schemeClr>
          </a:solidFill>
        </p:grpSpPr>
        <p:sp>
          <p:nvSpPr>
            <p:cNvPr id="34" name="Freeform 5"/>
            <p:cNvSpPr>
              <a:spLocks/>
            </p:cNvSpPr>
            <p:nvPr/>
          </p:nvSpPr>
          <p:spPr bwMode="auto">
            <a:xfrm>
              <a:off x="5273605" y="4517366"/>
              <a:ext cx="157208" cy="296336"/>
            </a:xfrm>
            <a:custGeom>
              <a:avLst/>
              <a:gdLst>
                <a:gd name="T0" fmla="*/ 38 w 48"/>
                <a:gd name="T1" fmla="*/ 0 h 90"/>
                <a:gd name="T2" fmla="*/ 37 w 48"/>
                <a:gd name="T3" fmla="*/ 7 h 90"/>
                <a:gd name="T4" fmla="*/ 21 w 48"/>
                <a:gd name="T5" fmla="*/ 22 h 90"/>
                <a:gd name="T6" fmla="*/ 6 w 48"/>
                <a:gd name="T7" fmla="*/ 36 h 90"/>
                <a:gd name="T8" fmla="*/ 9 w 48"/>
                <a:gd name="T9" fmla="*/ 48 h 90"/>
                <a:gd name="T10" fmla="*/ 5 w 48"/>
                <a:gd name="T11" fmla="*/ 58 h 90"/>
                <a:gd name="T12" fmla="*/ 0 w 48"/>
                <a:gd name="T13" fmla="*/ 63 h 90"/>
                <a:gd name="T14" fmla="*/ 3 w 48"/>
                <a:gd name="T15" fmla="*/ 72 h 90"/>
                <a:gd name="T16" fmla="*/ 3 w 48"/>
                <a:gd name="T17" fmla="*/ 78 h 90"/>
                <a:gd name="T18" fmla="*/ 13 w 48"/>
                <a:gd name="T19" fmla="*/ 90 h 90"/>
                <a:gd name="T20" fmla="*/ 33 w 48"/>
                <a:gd name="T21" fmla="*/ 65 h 90"/>
                <a:gd name="T22" fmla="*/ 44 w 48"/>
                <a:gd name="T23" fmla="*/ 24 h 90"/>
                <a:gd name="T24" fmla="*/ 48 w 48"/>
                <a:gd name="T25" fmla="*/ 25 h 90"/>
                <a:gd name="T26" fmla="*/ 48 w 48"/>
                <a:gd name="T27" fmla="*/ 22 h 90"/>
                <a:gd name="T28" fmla="*/ 38 w 48"/>
                <a:gd name="T2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" h="90">
                  <a:moveTo>
                    <a:pt x="38" y="0"/>
                  </a:moveTo>
                  <a:cubicBezTo>
                    <a:pt x="37" y="2"/>
                    <a:pt x="38" y="6"/>
                    <a:pt x="37" y="7"/>
                  </a:cubicBezTo>
                  <a:cubicBezTo>
                    <a:pt x="33" y="10"/>
                    <a:pt x="26" y="19"/>
                    <a:pt x="21" y="22"/>
                  </a:cubicBezTo>
                  <a:cubicBezTo>
                    <a:pt x="14" y="26"/>
                    <a:pt x="6" y="25"/>
                    <a:pt x="6" y="36"/>
                  </a:cubicBezTo>
                  <a:cubicBezTo>
                    <a:pt x="6" y="40"/>
                    <a:pt x="9" y="46"/>
                    <a:pt x="9" y="48"/>
                  </a:cubicBezTo>
                  <a:cubicBezTo>
                    <a:pt x="9" y="49"/>
                    <a:pt x="5" y="58"/>
                    <a:pt x="5" y="58"/>
                  </a:cubicBezTo>
                  <a:cubicBezTo>
                    <a:pt x="4" y="58"/>
                    <a:pt x="0" y="62"/>
                    <a:pt x="0" y="63"/>
                  </a:cubicBezTo>
                  <a:cubicBezTo>
                    <a:pt x="0" y="66"/>
                    <a:pt x="0" y="70"/>
                    <a:pt x="3" y="72"/>
                  </a:cubicBezTo>
                  <a:cubicBezTo>
                    <a:pt x="3" y="73"/>
                    <a:pt x="3" y="75"/>
                    <a:pt x="3" y="78"/>
                  </a:cubicBezTo>
                  <a:cubicBezTo>
                    <a:pt x="3" y="83"/>
                    <a:pt x="8" y="90"/>
                    <a:pt x="13" y="90"/>
                  </a:cubicBezTo>
                  <a:cubicBezTo>
                    <a:pt x="27" y="90"/>
                    <a:pt x="29" y="75"/>
                    <a:pt x="33" y="65"/>
                  </a:cubicBezTo>
                  <a:cubicBezTo>
                    <a:pt x="38" y="52"/>
                    <a:pt x="44" y="40"/>
                    <a:pt x="44" y="24"/>
                  </a:cubicBezTo>
                  <a:cubicBezTo>
                    <a:pt x="44" y="24"/>
                    <a:pt x="48" y="25"/>
                    <a:pt x="48" y="25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4" y="16"/>
                    <a:pt x="46" y="1"/>
                    <a:pt x="38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35" name="Freeform 6"/>
            <p:cNvSpPr>
              <a:spLocks/>
            </p:cNvSpPr>
            <p:nvPr/>
          </p:nvSpPr>
          <p:spPr bwMode="auto">
            <a:xfrm>
              <a:off x="6049904" y="4042950"/>
              <a:ext cx="43128" cy="82084"/>
            </a:xfrm>
            <a:custGeom>
              <a:avLst/>
              <a:gdLst>
                <a:gd name="T0" fmla="*/ 0 w 13"/>
                <a:gd name="T1" fmla="*/ 19 h 25"/>
                <a:gd name="T2" fmla="*/ 6 w 13"/>
                <a:gd name="T3" fmla="*/ 25 h 25"/>
                <a:gd name="T4" fmla="*/ 13 w 13"/>
                <a:gd name="T5" fmla="*/ 16 h 25"/>
                <a:gd name="T6" fmla="*/ 3 w 13"/>
                <a:gd name="T7" fmla="*/ 0 h 25"/>
                <a:gd name="T8" fmla="*/ 0 w 13"/>
                <a:gd name="T9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0" y="19"/>
                  </a:moveTo>
                  <a:cubicBezTo>
                    <a:pt x="0" y="22"/>
                    <a:pt x="3" y="25"/>
                    <a:pt x="6" y="25"/>
                  </a:cubicBezTo>
                  <a:cubicBezTo>
                    <a:pt x="10" y="25"/>
                    <a:pt x="13" y="20"/>
                    <a:pt x="13" y="16"/>
                  </a:cubicBezTo>
                  <a:cubicBezTo>
                    <a:pt x="13" y="8"/>
                    <a:pt x="7" y="6"/>
                    <a:pt x="3" y="0"/>
                  </a:cubicBezTo>
                  <a:cubicBezTo>
                    <a:pt x="3" y="7"/>
                    <a:pt x="0" y="12"/>
                    <a:pt x="0" y="1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36" name="Freeform 7"/>
            <p:cNvSpPr>
              <a:spLocks/>
            </p:cNvSpPr>
            <p:nvPr/>
          </p:nvSpPr>
          <p:spPr bwMode="auto">
            <a:xfrm>
              <a:off x="6379622" y="4134773"/>
              <a:ext cx="222595" cy="240686"/>
            </a:xfrm>
            <a:custGeom>
              <a:avLst/>
              <a:gdLst>
                <a:gd name="T0" fmla="*/ 68 w 68"/>
                <a:gd name="T1" fmla="*/ 63 h 73"/>
                <a:gd name="T2" fmla="*/ 68 w 68"/>
                <a:gd name="T3" fmla="*/ 53 h 73"/>
                <a:gd name="T4" fmla="*/ 64 w 68"/>
                <a:gd name="T5" fmla="*/ 49 h 73"/>
                <a:gd name="T6" fmla="*/ 59 w 68"/>
                <a:gd name="T7" fmla="*/ 41 h 73"/>
                <a:gd name="T8" fmla="*/ 55 w 68"/>
                <a:gd name="T9" fmla="*/ 37 h 73"/>
                <a:gd name="T10" fmla="*/ 56 w 68"/>
                <a:gd name="T11" fmla="*/ 34 h 73"/>
                <a:gd name="T12" fmla="*/ 54 w 68"/>
                <a:gd name="T13" fmla="*/ 32 h 73"/>
                <a:gd name="T14" fmla="*/ 53 w 68"/>
                <a:gd name="T15" fmla="*/ 32 h 73"/>
                <a:gd name="T16" fmla="*/ 53 w 68"/>
                <a:gd name="T17" fmla="*/ 31 h 73"/>
                <a:gd name="T18" fmla="*/ 46 w 68"/>
                <a:gd name="T19" fmla="*/ 26 h 73"/>
                <a:gd name="T20" fmla="*/ 33 w 68"/>
                <a:gd name="T21" fmla="*/ 16 h 73"/>
                <a:gd name="T22" fmla="*/ 25 w 68"/>
                <a:gd name="T23" fmla="*/ 10 h 73"/>
                <a:gd name="T24" fmla="*/ 23 w 68"/>
                <a:gd name="T25" fmla="*/ 9 h 73"/>
                <a:gd name="T26" fmla="*/ 15 w 68"/>
                <a:gd name="T27" fmla="*/ 0 h 73"/>
                <a:gd name="T28" fmla="*/ 7 w 68"/>
                <a:gd name="T29" fmla="*/ 0 h 73"/>
                <a:gd name="T30" fmla="*/ 3 w 68"/>
                <a:gd name="T31" fmla="*/ 0 h 73"/>
                <a:gd name="T32" fmla="*/ 0 w 68"/>
                <a:gd name="T33" fmla="*/ 0 h 73"/>
                <a:gd name="T34" fmla="*/ 0 w 68"/>
                <a:gd name="T35" fmla="*/ 0 h 73"/>
                <a:gd name="T36" fmla="*/ 7 w 68"/>
                <a:gd name="T37" fmla="*/ 10 h 73"/>
                <a:gd name="T38" fmla="*/ 12 w 68"/>
                <a:gd name="T39" fmla="*/ 12 h 73"/>
                <a:gd name="T40" fmla="*/ 16 w 68"/>
                <a:gd name="T41" fmla="*/ 18 h 73"/>
                <a:gd name="T42" fmla="*/ 24 w 68"/>
                <a:gd name="T43" fmla="*/ 26 h 73"/>
                <a:gd name="T44" fmla="*/ 27 w 68"/>
                <a:gd name="T45" fmla="*/ 34 h 73"/>
                <a:gd name="T46" fmla="*/ 31 w 68"/>
                <a:gd name="T47" fmla="*/ 35 h 73"/>
                <a:gd name="T48" fmla="*/ 32 w 68"/>
                <a:gd name="T49" fmla="*/ 37 h 73"/>
                <a:gd name="T50" fmla="*/ 36 w 68"/>
                <a:gd name="T51" fmla="*/ 43 h 73"/>
                <a:gd name="T52" fmla="*/ 44 w 68"/>
                <a:gd name="T53" fmla="*/ 56 h 73"/>
                <a:gd name="T54" fmla="*/ 57 w 68"/>
                <a:gd name="T55" fmla="*/ 67 h 73"/>
                <a:gd name="T56" fmla="*/ 62 w 68"/>
                <a:gd name="T57" fmla="*/ 73 h 73"/>
                <a:gd name="T58" fmla="*/ 68 w 68"/>
                <a:gd name="T59" fmla="*/ 70 h 73"/>
                <a:gd name="T60" fmla="*/ 68 w 68"/>
                <a:gd name="T61" fmla="*/ 6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8" h="73">
                  <a:moveTo>
                    <a:pt x="68" y="63"/>
                  </a:moveTo>
                  <a:cubicBezTo>
                    <a:pt x="68" y="58"/>
                    <a:pt x="68" y="56"/>
                    <a:pt x="68" y="53"/>
                  </a:cubicBezTo>
                  <a:cubicBezTo>
                    <a:pt x="68" y="51"/>
                    <a:pt x="66" y="51"/>
                    <a:pt x="64" y="49"/>
                  </a:cubicBezTo>
                  <a:cubicBezTo>
                    <a:pt x="62" y="47"/>
                    <a:pt x="59" y="45"/>
                    <a:pt x="59" y="41"/>
                  </a:cubicBezTo>
                  <a:cubicBezTo>
                    <a:pt x="57" y="41"/>
                    <a:pt x="55" y="40"/>
                    <a:pt x="55" y="37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6" y="33"/>
                    <a:pt x="55" y="32"/>
                    <a:pt x="54" y="32"/>
                  </a:cubicBezTo>
                  <a:cubicBezTo>
                    <a:pt x="54" y="32"/>
                    <a:pt x="53" y="32"/>
                    <a:pt x="53" y="32"/>
                  </a:cubicBezTo>
                  <a:cubicBezTo>
                    <a:pt x="53" y="32"/>
                    <a:pt x="53" y="31"/>
                    <a:pt x="53" y="31"/>
                  </a:cubicBezTo>
                  <a:cubicBezTo>
                    <a:pt x="53" y="28"/>
                    <a:pt x="49" y="27"/>
                    <a:pt x="46" y="26"/>
                  </a:cubicBezTo>
                  <a:cubicBezTo>
                    <a:pt x="39" y="24"/>
                    <a:pt x="37" y="21"/>
                    <a:pt x="33" y="16"/>
                  </a:cubicBezTo>
                  <a:cubicBezTo>
                    <a:pt x="30" y="14"/>
                    <a:pt x="29" y="11"/>
                    <a:pt x="25" y="10"/>
                  </a:cubicBezTo>
                  <a:cubicBezTo>
                    <a:pt x="24" y="10"/>
                    <a:pt x="23" y="10"/>
                    <a:pt x="23" y="9"/>
                  </a:cubicBezTo>
                  <a:cubicBezTo>
                    <a:pt x="21" y="5"/>
                    <a:pt x="19" y="4"/>
                    <a:pt x="15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5" y="0"/>
                    <a:pt x="5" y="0"/>
                    <a:pt x="3" y="0"/>
                  </a:cubicBezTo>
                  <a:cubicBezTo>
                    <a:pt x="2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5" y="9"/>
                    <a:pt x="7" y="10"/>
                  </a:cubicBezTo>
                  <a:cubicBezTo>
                    <a:pt x="9" y="10"/>
                    <a:pt x="11" y="10"/>
                    <a:pt x="12" y="12"/>
                  </a:cubicBezTo>
                  <a:cubicBezTo>
                    <a:pt x="14" y="14"/>
                    <a:pt x="14" y="16"/>
                    <a:pt x="16" y="18"/>
                  </a:cubicBezTo>
                  <a:cubicBezTo>
                    <a:pt x="17" y="22"/>
                    <a:pt x="23" y="21"/>
                    <a:pt x="24" y="26"/>
                  </a:cubicBezTo>
                  <a:cubicBezTo>
                    <a:pt x="25" y="28"/>
                    <a:pt x="26" y="33"/>
                    <a:pt x="27" y="34"/>
                  </a:cubicBezTo>
                  <a:cubicBezTo>
                    <a:pt x="28" y="34"/>
                    <a:pt x="31" y="34"/>
                    <a:pt x="31" y="35"/>
                  </a:cubicBezTo>
                  <a:cubicBezTo>
                    <a:pt x="31" y="36"/>
                    <a:pt x="31" y="37"/>
                    <a:pt x="32" y="37"/>
                  </a:cubicBezTo>
                  <a:cubicBezTo>
                    <a:pt x="32" y="37"/>
                    <a:pt x="35" y="41"/>
                    <a:pt x="36" y="43"/>
                  </a:cubicBezTo>
                  <a:cubicBezTo>
                    <a:pt x="38" y="48"/>
                    <a:pt x="40" y="52"/>
                    <a:pt x="44" y="56"/>
                  </a:cubicBezTo>
                  <a:cubicBezTo>
                    <a:pt x="49" y="60"/>
                    <a:pt x="53" y="62"/>
                    <a:pt x="57" y="67"/>
                  </a:cubicBezTo>
                  <a:cubicBezTo>
                    <a:pt x="57" y="67"/>
                    <a:pt x="61" y="73"/>
                    <a:pt x="62" y="73"/>
                  </a:cubicBezTo>
                  <a:cubicBezTo>
                    <a:pt x="64" y="73"/>
                    <a:pt x="68" y="72"/>
                    <a:pt x="68" y="70"/>
                  </a:cubicBezTo>
                  <a:cubicBezTo>
                    <a:pt x="68" y="67"/>
                    <a:pt x="68" y="64"/>
                    <a:pt x="68" y="6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37" name="Freeform 8"/>
            <p:cNvSpPr>
              <a:spLocks/>
            </p:cNvSpPr>
            <p:nvPr/>
          </p:nvSpPr>
          <p:spPr bwMode="auto">
            <a:xfrm>
              <a:off x="6674560" y="4098600"/>
              <a:ext cx="214247" cy="240686"/>
            </a:xfrm>
            <a:custGeom>
              <a:avLst/>
              <a:gdLst>
                <a:gd name="T0" fmla="*/ 0 w 65"/>
                <a:gd name="T1" fmla="*/ 41 h 73"/>
                <a:gd name="T2" fmla="*/ 3 w 65"/>
                <a:gd name="T3" fmla="*/ 50 h 73"/>
                <a:gd name="T4" fmla="*/ 6 w 65"/>
                <a:gd name="T5" fmla="*/ 52 h 73"/>
                <a:gd name="T6" fmla="*/ 6 w 65"/>
                <a:gd name="T7" fmla="*/ 53 h 73"/>
                <a:gd name="T8" fmla="*/ 13 w 65"/>
                <a:gd name="T9" fmla="*/ 65 h 73"/>
                <a:gd name="T10" fmla="*/ 18 w 65"/>
                <a:gd name="T11" fmla="*/ 64 h 73"/>
                <a:gd name="T12" fmla="*/ 19 w 65"/>
                <a:gd name="T13" fmla="*/ 67 h 73"/>
                <a:gd name="T14" fmla="*/ 20 w 65"/>
                <a:gd name="T15" fmla="*/ 69 h 73"/>
                <a:gd name="T16" fmla="*/ 26 w 65"/>
                <a:gd name="T17" fmla="*/ 66 h 73"/>
                <a:gd name="T18" fmla="*/ 36 w 65"/>
                <a:gd name="T19" fmla="*/ 70 h 73"/>
                <a:gd name="T20" fmla="*/ 39 w 65"/>
                <a:gd name="T21" fmla="*/ 73 h 73"/>
                <a:gd name="T22" fmla="*/ 46 w 65"/>
                <a:gd name="T23" fmla="*/ 69 h 73"/>
                <a:gd name="T24" fmla="*/ 49 w 65"/>
                <a:gd name="T25" fmla="*/ 62 h 73"/>
                <a:gd name="T26" fmla="*/ 48 w 65"/>
                <a:gd name="T27" fmla="*/ 58 h 73"/>
                <a:gd name="T28" fmla="*/ 53 w 65"/>
                <a:gd name="T29" fmla="*/ 53 h 73"/>
                <a:gd name="T30" fmla="*/ 56 w 65"/>
                <a:gd name="T31" fmla="*/ 43 h 73"/>
                <a:gd name="T32" fmla="*/ 57 w 65"/>
                <a:gd name="T33" fmla="*/ 41 h 73"/>
                <a:gd name="T34" fmla="*/ 59 w 65"/>
                <a:gd name="T35" fmla="*/ 40 h 73"/>
                <a:gd name="T36" fmla="*/ 64 w 65"/>
                <a:gd name="T37" fmla="*/ 38 h 73"/>
                <a:gd name="T38" fmla="*/ 54 w 65"/>
                <a:gd name="T39" fmla="*/ 23 h 73"/>
                <a:gd name="T40" fmla="*/ 55 w 65"/>
                <a:gd name="T41" fmla="*/ 22 h 73"/>
                <a:gd name="T42" fmla="*/ 54 w 65"/>
                <a:gd name="T43" fmla="*/ 20 h 73"/>
                <a:gd name="T44" fmla="*/ 61 w 65"/>
                <a:gd name="T45" fmla="*/ 16 h 73"/>
                <a:gd name="T46" fmla="*/ 60 w 65"/>
                <a:gd name="T47" fmla="*/ 15 h 73"/>
                <a:gd name="T48" fmla="*/ 65 w 65"/>
                <a:gd name="T49" fmla="*/ 13 h 73"/>
                <a:gd name="T50" fmla="*/ 56 w 65"/>
                <a:gd name="T51" fmla="*/ 6 h 73"/>
                <a:gd name="T52" fmla="*/ 52 w 65"/>
                <a:gd name="T53" fmla="*/ 0 h 73"/>
                <a:gd name="T54" fmla="*/ 42 w 65"/>
                <a:gd name="T55" fmla="*/ 13 h 73"/>
                <a:gd name="T56" fmla="*/ 34 w 65"/>
                <a:gd name="T57" fmla="*/ 15 h 73"/>
                <a:gd name="T58" fmla="*/ 32 w 65"/>
                <a:gd name="T59" fmla="*/ 17 h 73"/>
                <a:gd name="T60" fmla="*/ 30 w 65"/>
                <a:gd name="T61" fmla="*/ 19 h 73"/>
                <a:gd name="T62" fmla="*/ 28 w 65"/>
                <a:gd name="T63" fmla="*/ 21 h 73"/>
                <a:gd name="T64" fmla="*/ 23 w 65"/>
                <a:gd name="T65" fmla="*/ 26 h 73"/>
                <a:gd name="T66" fmla="*/ 17 w 65"/>
                <a:gd name="T67" fmla="*/ 28 h 73"/>
                <a:gd name="T68" fmla="*/ 7 w 65"/>
                <a:gd name="T69" fmla="*/ 38 h 73"/>
                <a:gd name="T70" fmla="*/ 0 w 65"/>
                <a:gd name="T71" fmla="*/ 4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5" h="73">
                  <a:moveTo>
                    <a:pt x="0" y="41"/>
                  </a:moveTo>
                  <a:cubicBezTo>
                    <a:pt x="0" y="42"/>
                    <a:pt x="2" y="50"/>
                    <a:pt x="3" y="50"/>
                  </a:cubicBezTo>
                  <a:cubicBezTo>
                    <a:pt x="4" y="50"/>
                    <a:pt x="5" y="50"/>
                    <a:pt x="6" y="52"/>
                  </a:cubicBezTo>
                  <a:cubicBezTo>
                    <a:pt x="6" y="52"/>
                    <a:pt x="6" y="52"/>
                    <a:pt x="6" y="53"/>
                  </a:cubicBezTo>
                  <a:cubicBezTo>
                    <a:pt x="9" y="57"/>
                    <a:pt x="5" y="65"/>
                    <a:pt x="13" y="65"/>
                  </a:cubicBezTo>
                  <a:cubicBezTo>
                    <a:pt x="15" y="65"/>
                    <a:pt x="16" y="64"/>
                    <a:pt x="18" y="64"/>
                  </a:cubicBezTo>
                  <a:cubicBezTo>
                    <a:pt x="18" y="65"/>
                    <a:pt x="18" y="67"/>
                    <a:pt x="19" y="67"/>
                  </a:cubicBezTo>
                  <a:cubicBezTo>
                    <a:pt x="19" y="67"/>
                    <a:pt x="20" y="69"/>
                    <a:pt x="20" y="69"/>
                  </a:cubicBezTo>
                  <a:cubicBezTo>
                    <a:pt x="23" y="69"/>
                    <a:pt x="24" y="66"/>
                    <a:pt x="26" y="66"/>
                  </a:cubicBezTo>
                  <a:cubicBezTo>
                    <a:pt x="30" y="66"/>
                    <a:pt x="32" y="69"/>
                    <a:pt x="36" y="70"/>
                  </a:cubicBezTo>
                  <a:cubicBezTo>
                    <a:pt x="36" y="71"/>
                    <a:pt x="37" y="73"/>
                    <a:pt x="39" y="73"/>
                  </a:cubicBezTo>
                  <a:cubicBezTo>
                    <a:pt x="42" y="73"/>
                    <a:pt x="42" y="70"/>
                    <a:pt x="46" y="69"/>
                  </a:cubicBezTo>
                  <a:cubicBezTo>
                    <a:pt x="46" y="67"/>
                    <a:pt x="49" y="63"/>
                    <a:pt x="49" y="62"/>
                  </a:cubicBezTo>
                  <a:cubicBezTo>
                    <a:pt x="49" y="60"/>
                    <a:pt x="48" y="60"/>
                    <a:pt x="48" y="58"/>
                  </a:cubicBezTo>
                  <a:cubicBezTo>
                    <a:pt x="48" y="57"/>
                    <a:pt x="50" y="54"/>
                    <a:pt x="53" y="53"/>
                  </a:cubicBezTo>
                  <a:cubicBezTo>
                    <a:pt x="53" y="49"/>
                    <a:pt x="54" y="48"/>
                    <a:pt x="56" y="43"/>
                  </a:cubicBezTo>
                  <a:cubicBezTo>
                    <a:pt x="57" y="41"/>
                    <a:pt x="57" y="41"/>
                    <a:pt x="57" y="41"/>
                  </a:cubicBezTo>
                  <a:cubicBezTo>
                    <a:pt x="57" y="40"/>
                    <a:pt x="58" y="40"/>
                    <a:pt x="59" y="40"/>
                  </a:cubicBezTo>
                  <a:cubicBezTo>
                    <a:pt x="61" y="40"/>
                    <a:pt x="63" y="41"/>
                    <a:pt x="64" y="38"/>
                  </a:cubicBezTo>
                  <a:cubicBezTo>
                    <a:pt x="60" y="38"/>
                    <a:pt x="54" y="27"/>
                    <a:pt x="54" y="23"/>
                  </a:cubicBezTo>
                  <a:cubicBezTo>
                    <a:pt x="54" y="23"/>
                    <a:pt x="55" y="22"/>
                    <a:pt x="55" y="22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20"/>
                    <a:pt x="61" y="17"/>
                    <a:pt x="61" y="16"/>
                  </a:cubicBezTo>
                  <a:cubicBezTo>
                    <a:pt x="61" y="16"/>
                    <a:pt x="60" y="16"/>
                    <a:pt x="60" y="15"/>
                  </a:cubicBezTo>
                  <a:cubicBezTo>
                    <a:pt x="60" y="13"/>
                    <a:pt x="65" y="15"/>
                    <a:pt x="65" y="13"/>
                  </a:cubicBezTo>
                  <a:cubicBezTo>
                    <a:pt x="65" y="8"/>
                    <a:pt x="56" y="11"/>
                    <a:pt x="56" y="6"/>
                  </a:cubicBezTo>
                  <a:cubicBezTo>
                    <a:pt x="56" y="3"/>
                    <a:pt x="56" y="0"/>
                    <a:pt x="52" y="0"/>
                  </a:cubicBezTo>
                  <a:cubicBezTo>
                    <a:pt x="49" y="0"/>
                    <a:pt x="44" y="9"/>
                    <a:pt x="42" y="13"/>
                  </a:cubicBezTo>
                  <a:cubicBezTo>
                    <a:pt x="41" y="14"/>
                    <a:pt x="36" y="13"/>
                    <a:pt x="34" y="15"/>
                  </a:cubicBezTo>
                  <a:cubicBezTo>
                    <a:pt x="33" y="16"/>
                    <a:pt x="33" y="17"/>
                    <a:pt x="32" y="17"/>
                  </a:cubicBezTo>
                  <a:cubicBezTo>
                    <a:pt x="31" y="18"/>
                    <a:pt x="31" y="18"/>
                    <a:pt x="30" y="19"/>
                  </a:cubicBezTo>
                  <a:cubicBezTo>
                    <a:pt x="30" y="19"/>
                    <a:pt x="27" y="21"/>
                    <a:pt x="28" y="21"/>
                  </a:cubicBezTo>
                  <a:cubicBezTo>
                    <a:pt x="27" y="23"/>
                    <a:pt x="27" y="25"/>
                    <a:pt x="23" y="26"/>
                  </a:cubicBezTo>
                  <a:cubicBezTo>
                    <a:pt x="21" y="27"/>
                    <a:pt x="18" y="27"/>
                    <a:pt x="17" y="28"/>
                  </a:cubicBezTo>
                  <a:cubicBezTo>
                    <a:pt x="14" y="31"/>
                    <a:pt x="15" y="38"/>
                    <a:pt x="7" y="38"/>
                  </a:cubicBezTo>
                  <a:cubicBezTo>
                    <a:pt x="4" y="38"/>
                    <a:pt x="0" y="37"/>
                    <a:pt x="0" y="4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38" name="Freeform 9"/>
            <p:cNvSpPr>
              <a:spLocks/>
            </p:cNvSpPr>
            <p:nvPr/>
          </p:nvSpPr>
          <p:spPr bwMode="auto">
            <a:xfrm>
              <a:off x="6879069" y="4214074"/>
              <a:ext cx="137730" cy="158602"/>
            </a:xfrm>
            <a:custGeom>
              <a:avLst/>
              <a:gdLst>
                <a:gd name="T0" fmla="*/ 32 w 42"/>
                <a:gd name="T1" fmla="*/ 14 h 48"/>
                <a:gd name="T2" fmla="*/ 18 w 42"/>
                <a:gd name="T3" fmla="*/ 18 h 48"/>
                <a:gd name="T4" fmla="*/ 18 w 42"/>
                <a:gd name="T5" fmla="*/ 17 h 48"/>
                <a:gd name="T6" fmla="*/ 15 w 42"/>
                <a:gd name="T7" fmla="*/ 20 h 48"/>
                <a:gd name="T8" fmla="*/ 10 w 42"/>
                <a:gd name="T9" fmla="*/ 12 h 48"/>
                <a:gd name="T10" fmla="*/ 17 w 42"/>
                <a:gd name="T11" fmla="*/ 8 h 48"/>
                <a:gd name="T12" fmla="*/ 26 w 42"/>
                <a:gd name="T13" fmla="*/ 7 h 48"/>
                <a:gd name="T14" fmla="*/ 34 w 42"/>
                <a:gd name="T15" fmla="*/ 9 h 48"/>
                <a:gd name="T16" fmla="*/ 41 w 42"/>
                <a:gd name="T17" fmla="*/ 2 h 48"/>
                <a:gd name="T18" fmla="*/ 42 w 42"/>
                <a:gd name="T19" fmla="*/ 0 h 48"/>
                <a:gd name="T20" fmla="*/ 40 w 42"/>
                <a:gd name="T21" fmla="*/ 0 h 48"/>
                <a:gd name="T22" fmla="*/ 33 w 42"/>
                <a:gd name="T23" fmla="*/ 4 h 48"/>
                <a:gd name="T24" fmla="*/ 31 w 42"/>
                <a:gd name="T25" fmla="*/ 4 h 48"/>
                <a:gd name="T26" fmla="*/ 16 w 42"/>
                <a:gd name="T27" fmla="*/ 2 h 48"/>
                <a:gd name="T28" fmla="*/ 7 w 42"/>
                <a:gd name="T29" fmla="*/ 15 h 48"/>
                <a:gd name="T30" fmla="*/ 5 w 42"/>
                <a:gd name="T31" fmla="*/ 19 h 48"/>
                <a:gd name="T32" fmla="*/ 0 w 42"/>
                <a:gd name="T33" fmla="*/ 31 h 48"/>
                <a:gd name="T34" fmla="*/ 4 w 42"/>
                <a:gd name="T35" fmla="*/ 34 h 48"/>
                <a:gd name="T36" fmla="*/ 4 w 42"/>
                <a:gd name="T37" fmla="*/ 45 h 48"/>
                <a:gd name="T38" fmla="*/ 8 w 42"/>
                <a:gd name="T39" fmla="*/ 48 h 48"/>
                <a:gd name="T40" fmla="*/ 12 w 42"/>
                <a:gd name="T41" fmla="*/ 39 h 48"/>
                <a:gd name="T42" fmla="*/ 10 w 42"/>
                <a:gd name="T43" fmla="*/ 31 h 48"/>
                <a:gd name="T44" fmla="*/ 14 w 42"/>
                <a:gd name="T45" fmla="*/ 29 h 48"/>
                <a:gd name="T46" fmla="*/ 15 w 42"/>
                <a:gd name="T47" fmla="*/ 29 h 48"/>
                <a:gd name="T48" fmla="*/ 15 w 42"/>
                <a:gd name="T49" fmla="*/ 33 h 48"/>
                <a:gd name="T50" fmla="*/ 18 w 42"/>
                <a:gd name="T51" fmla="*/ 41 h 48"/>
                <a:gd name="T52" fmla="*/ 18 w 42"/>
                <a:gd name="T53" fmla="*/ 44 h 48"/>
                <a:gd name="T54" fmla="*/ 21 w 42"/>
                <a:gd name="T55" fmla="*/ 44 h 48"/>
                <a:gd name="T56" fmla="*/ 26 w 42"/>
                <a:gd name="T57" fmla="*/ 38 h 48"/>
                <a:gd name="T58" fmla="*/ 23 w 42"/>
                <a:gd name="T59" fmla="*/ 34 h 48"/>
                <a:gd name="T60" fmla="*/ 24 w 42"/>
                <a:gd name="T61" fmla="*/ 32 h 48"/>
                <a:gd name="T62" fmla="*/ 19 w 42"/>
                <a:gd name="T63" fmla="*/ 23 h 48"/>
                <a:gd name="T64" fmla="*/ 32 w 42"/>
                <a:gd name="T65" fmla="*/ 16 h 48"/>
                <a:gd name="T66" fmla="*/ 32 w 42"/>
                <a:gd name="T67" fmla="*/ 1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" h="48">
                  <a:moveTo>
                    <a:pt x="32" y="14"/>
                  </a:moveTo>
                  <a:cubicBezTo>
                    <a:pt x="28" y="14"/>
                    <a:pt x="18" y="18"/>
                    <a:pt x="18" y="18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7" y="19"/>
                    <a:pt x="16" y="20"/>
                    <a:pt x="15" y="20"/>
                  </a:cubicBezTo>
                  <a:cubicBezTo>
                    <a:pt x="11" y="20"/>
                    <a:pt x="10" y="15"/>
                    <a:pt x="10" y="12"/>
                  </a:cubicBezTo>
                  <a:cubicBezTo>
                    <a:pt x="10" y="7"/>
                    <a:pt x="13" y="8"/>
                    <a:pt x="17" y="8"/>
                  </a:cubicBezTo>
                  <a:cubicBezTo>
                    <a:pt x="21" y="8"/>
                    <a:pt x="23" y="7"/>
                    <a:pt x="26" y="7"/>
                  </a:cubicBezTo>
                  <a:cubicBezTo>
                    <a:pt x="29" y="7"/>
                    <a:pt x="31" y="9"/>
                    <a:pt x="34" y="9"/>
                  </a:cubicBezTo>
                  <a:cubicBezTo>
                    <a:pt x="38" y="9"/>
                    <a:pt x="40" y="5"/>
                    <a:pt x="41" y="2"/>
                  </a:cubicBezTo>
                  <a:cubicBezTo>
                    <a:pt x="41" y="2"/>
                    <a:pt x="42" y="0"/>
                    <a:pt x="4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8" y="0"/>
                    <a:pt x="35" y="4"/>
                    <a:pt x="33" y="4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0" y="2"/>
                    <a:pt x="7" y="10"/>
                    <a:pt x="7" y="15"/>
                  </a:cubicBezTo>
                  <a:cubicBezTo>
                    <a:pt x="7" y="16"/>
                    <a:pt x="5" y="18"/>
                    <a:pt x="5" y="19"/>
                  </a:cubicBezTo>
                  <a:cubicBezTo>
                    <a:pt x="3" y="24"/>
                    <a:pt x="0" y="26"/>
                    <a:pt x="0" y="31"/>
                  </a:cubicBezTo>
                  <a:cubicBezTo>
                    <a:pt x="0" y="34"/>
                    <a:pt x="4" y="34"/>
                    <a:pt x="4" y="34"/>
                  </a:cubicBezTo>
                  <a:cubicBezTo>
                    <a:pt x="4" y="38"/>
                    <a:pt x="4" y="42"/>
                    <a:pt x="4" y="45"/>
                  </a:cubicBezTo>
                  <a:cubicBezTo>
                    <a:pt x="4" y="46"/>
                    <a:pt x="6" y="48"/>
                    <a:pt x="8" y="48"/>
                  </a:cubicBezTo>
                  <a:cubicBezTo>
                    <a:pt x="11" y="48"/>
                    <a:pt x="12" y="40"/>
                    <a:pt x="12" y="39"/>
                  </a:cubicBezTo>
                  <a:cubicBezTo>
                    <a:pt x="12" y="36"/>
                    <a:pt x="10" y="34"/>
                    <a:pt x="10" y="31"/>
                  </a:cubicBezTo>
                  <a:cubicBezTo>
                    <a:pt x="10" y="30"/>
                    <a:pt x="12" y="29"/>
                    <a:pt x="14" y="29"/>
                  </a:cubicBezTo>
                  <a:cubicBezTo>
                    <a:pt x="14" y="29"/>
                    <a:pt x="15" y="29"/>
                    <a:pt x="15" y="29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5" y="36"/>
                    <a:pt x="18" y="38"/>
                    <a:pt x="18" y="41"/>
                  </a:cubicBezTo>
                  <a:cubicBezTo>
                    <a:pt x="18" y="42"/>
                    <a:pt x="18" y="40"/>
                    <a:pt x="18" y="44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0"/>
                    <a:pt x="26" y="41"/>
                    <a:pt x="26" y="38"/>
                  </a:cubicBezTo>
                  <a:cubicBezTo>
                    <a:pt x="25" y="38"/>
                    <a:pt x="23" y="35"/>
                    <a:pt x="23" y="34"/>
                  </a:cubicBezTo>
                  <a:cubicBezTo>
                    <a:pt x="23" y="34"/>
                    <a:pt x="24" y="33"/>
                    <a:pt x="24" y="32"/>
                  </a:cubicBezTo>
                  <a:cubicBezTo>
                    <a:pt x="23" y="32"/>
                    <a:pt x="19" y="23"/>
                    <a:pt x="19" y="23"/>
                  </a:cubicBezTo>
                  <a:cubicBezTo>
                    <a:pt x="25" y="23"/>
                    <a:pt x="24" y="18"/>
                    <a:pt x="32" y="16"/>
                  </a:cubicBezTo>
                  <a:lnTo>
                    <a:pt x="32" y="14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39" name="Freeform 10"/>
            <p:cNvSpPr>
              <a:spLocks/>
            </p:cNvSpPr>
            <p:nvPr/>
          </p:nvSpPr>
          <p:spPr bwMode="auto">
            <a:xfrm>
              <a:off x="6599435" y="4375459"/>
              <a:ext cx="217030" cy="62606"/>
            </a:xfrm>
            <a:custGeom>
              <a:avLst/>
              <a:gdLst>
                <a:gd name="T0" fmla="*/ 59 w 66"/>
                <a:gd name="T1" fmla="*/ 17 h 19"/>
                <a:gd name="T2" fmla="*/ 64 w 66"/>
                <a:gd name="T3" fmla="*/ 18 h 19"/>
                <a:gd name="T4" fmla="*/ 66 w 66"/>
                <a:gd name="T5" fmla="*/ 16 h 19"/>
                <a:gd name="T6" fmla="*/ 62 w 66"/>
                <a:gd name="T7" fmla="*/ 14 h 19"/>
                <a:gd name="T8" fmla="*/ 57 w 66"/>
                <a:gd name="T9" fmla="*/ 13 h 19"/>
                <a:gd name="T10" fmla="*/ 55 w 66"/>
                <a:gd name="T11" fmla="*/ 11 h 19"/>
                <a:gd name="T12" fmla="*/ 46 w 66"/>
                <a:gd name="T13" fmla="*/ 8 h 19"/>
                <a:gd name="T14" fmla="*/ 54 w 66"/>
                <a:gd name="T15" fmla="*/ 7 h 19"/>
                <a:gd name="T16" fmla="*/ 52 w 66"/>
                <a:gd name="T17" fmla="*/ 7 h 19"/>
                <a:gd name="T18" fmla="*/ 45 w 66"/>
                <a:gd name="T19" fmla="*/ 8 h 19"/>
                <a:gd name="T20" fmla="*/ 35 w 66"/>
                <a:gd name="T21" fmla="*/ 4 h 19"/>
                <a:gd name="T22" fmla="*/ 28 w 66"/>
                <a:gd name="T23" fmla="*/ 7 h 19"/>
                <a:gd name="T24" fmla="*/ 11 w 66"/>
                <a:gd name="T25" fmla="*/ 0 h 19"/>
                <a:gd name="T26" fmla="*/ 8 w 66"/>
                <a:gd name="T27" fmla="*/ 1 h 19"/>
                <a:gd name="T28" fmla="*/ 6 w 66"/>
                <a:gd name="T29" fmla="*/ 0 h 19"/>
                <a:gd name="T30" fmla="*/ 0 w 66"/>
                <a:gd name="T31" fmla="*/ 5 h 19"/>
                <a:gd name="T32" fmla="*/ 8 w 66"/>
                <a:gd name="T33" fmla="*/ 10 h 19"/>
                <a:gd name="T34" fmla="*/ 17 w 66"/>
                <a:gd name="T35" fmla="*/ 11 h 19"/>
                <a:gd name="T36" fmla="*/ 29 w 66"/>
                <a:gd name="T37" fmla="*/ 13 h 19"/>
                <a:gd name="T38" fmla="*/ 35 w 66"/>
                <a:gd name="T39" fmla="*/ 16 h 19"/>
                <a:gd name="T40" fmla="*/ 59 w 66"/>
                <a:gd name="T41" fmla="*/ 19 h 19"/>
                <a:gd name="T42" fmla="*/ 59 w 66"/>
                <a:gd name="T43" fmla="*/ 1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6" h="19">
                  <a:moveTo>
                    <a:pt x="59" y="17"/>
                  </a:moveTo>
                  <a:cubicBezTo>
                    <a:pt x="62" y="17"/>
                    <a:pt x="61" y="18"/>
                    <a:pt x="64" y="18"/>
                  </a:cubicBezTo>
                  <a:cubicBezTo>
                    <a:pt x="64" y="18"/>
                    <a:pt x="66" y="17"/>
                    <a:pt x="66" y="16"/>
                  </a:cubicBezTo>
                  <a:cubicBezTo>
                    <a:pt x="64" y="15"/>
                    <a:pt x="64" y="14"/>
                    <a:pt x="62" y="14"/>
                  </a:cubicBezTo>
                  <a:cubicBezTo>
                    <a:pt x="60" y="13"/>
                    <a:pt x="59" y="15"/>
                    <a:pt x="57" y="13"/>
                  </a:cubicBezTo>
                  <a:cubicBezTo>
                    <a:pt x="57" y="13"/>
                    <a:pt x="57" y="11"/>
                    <a:pt x="55" y="11"/>
                  </a:cubicBezTo>
                  <a:cubicBezTo>
                    <a:pt x="51" y="11"/>
                    <a:pt x="48" y="11"/>
                    <a:pt x="46" y="8"/>
                  </a:cubicBezTo>
                  <a:cubicBezTo>
                    <a:pt x="46" y="9"/>
                    <a:pt x="54" y="7"/>
                    <a:pt x="54" y="7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1" y="8"/>
                    <a:pt x="40" y="4"/>
                    <a:pt x="35" y="4"/>
                  </a:cubicBezTo>
                  <a:cubicBezTo>
                    <a:pt x="33" y="4"/>
                    <a:pt x="32" y="7"/>
                    <a:pt x="28" y="7"/>
                  </a:cubicBezTo>
                  <a:cubicBezTo>
                    <a:pt x="21" y="7"/>
                    <a:pt x="18" y="0"/>
                    <a:pt x="11" y="0"/>
                  </a:cubicBezTo>
                  <a:cubicBezTo>
                    <a:pt x="10" y="0"/>
                    <a:pt x="9" y="1"/>
                    <a:pt x="8" y="1"/>
                  </a:cubicBezTo>
                  <a:cubicBezTo>
                    <a:pt x="7" y="1"/>
                    <a:pt x="6" y="0"/>
                    <a:pt x="6" y="0"/>
                  </a:cubicBezTo>
                  <a:cubicBezTo>
                    <a:pt x="4" y="0"/>
                    <a:pt x="0" y="4"/>
                    <a:pt x="0" y="5"/>
                  </a:cubicBezTo>
                  <a:cubicBezTo>
                    <a:pt x="4" y="5"/>
                    <a:pt x="5" y="8"/>
                    <a:pt x="8" y="10"/>
                  </a:cubicBezTo>
                  <a:cubicBezTo>
                    <a:pt x="10" y="12"/>
                    <a:pt x="13" y="10"/>
                    <a:pt x="17" y="11"/>
                  </a:cubicBezTo>
                  <a:cubicBezTo>
                    <a:pt x="21" y="12"/>
                    <a:pt x="25" y="13"/>
                    <a:pt x="29" y="13"/>
                  </a:cubicBezTo>
                  <a:cubicBezTo>
                    <a:pt x="31" y="13"/>
                    <a:pt x="32" y="16"/>
                    <a:pt x="35" y="16"/>
                  </a:cubicBezTo>
                  <a:cubicBezTo>
                    <a:pt x="44" y="16"/>
                    <a:pt x="51" y="16"/>
                    <a:pt x="59" y="19"/>
                  </a:cubicBezTo>
                  <a:cubicBezTo>
                    <a:pt x="59" y="18"/>
                    <a:pt x="58" y="17"/>
                    <a:pt x="59" y="1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0" name="Freeform 11"/>
            <p:cNvSpPr>
              <a:spLocks/>
            </p:cNvSpPr>
            <p:nvPr/>
          </p:nvSpPr>
          <p:spPr bwMode="auto">
            <a:xfrm>
              <a:off x="6905502" y="4425544"/>
              <a:ext cx="65387" cy="15304"/>
            </a:xfrm>
            <a:custGeom>
              <a:avLst/>
              <a:gdLst>
                <a:gd name="T0" fmla="*/ 13 w 20"/>
                <a:gd name="T1" fmla="*/ 4 h 5"/>
                <a:gd name="T2" fmla="*/ 20 w 20"/>
                <a:gd name="T3" fmla="*/ 0 h 5"/>
                <a:gd name="T4" fmla="*/ 13 w 20"/>
                <a:gd name="T5" fmla="*/ 2 h 5"/>
                <a:gd name="T6" fmla="*/ 4 w 20"/>
                <a:gd name="T7" fmla="*/ 1 h 5"/>
                <a:gd name="T8" fmla="*/ 0 w 20"/>
                <a:gd name="T9" fmla="*/ 2 h 5"/>
                <a:gd name="T10" fmla="*/ 5 w 20"/>
                <a:gd name="T11" fmla="*/ 4 h 5"/>
                <a:gd name="T12" fmla="*/ 13 w 20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5">
                  <a:moveTo>
                    <a:pt x="13" y="4"/>
                  </a:moveTo>
                  <a:cubicBezTo>
                    <a:pt x="16" y="4"/>
                    <a:pt x="18" y="3"/>
                    <a:pt x="20" y="0"/>
                  </a:cubicBezTo>
                  <a:cubicBezTo>
                    <a:pt x="18" y="1"/>
                    <a:pt x="17" y="2"/>
                    <a:pt x="13" y="2"/>
                  </a:cubicBezTo>
                  <a:cubicBezTo>
                    <a:pt x="10" y="2"/>
                    <a:pt x="8" y="1"/>
                    <a:pt x="4" y="1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0" y="5"/>
                    <a:pt x="4" y="4"/>
                    <a:pt x="5" y="4"/>
                  </a:cubicBezTo>
                  <a:cubicBezTo>
                    <a:pt x="7" y="4"/>
                    <a:pt x="10" y="4"/>
                    <a:pt x="13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1" name="Freeform 12"/>
            <p:cNvSpPr>
              <a:spLocks/>
            </p:cNvSpPr>
            <p:nvPr/>
          </p:nvSpPr>
          <p:spPr bwMode="auto">
            <a:xfrm>
              <a:off x="6842898" y="4425544"/>
              <a:ext cx="50084" cy="19477"/>
            </a:xfrm>
            <a:custGeom>
              <a:avLst/>
              <a:gdLst>
                <a:gd name="T0" fmla="*/ 8 w 15"/>
                <a:gd name="T1" fmla="*/ 0 h 6"/>
                <a:gd name="T2" fmla="*/ 8 w 15"/>
                <a:gd name="T3" fmla="*/ 2 h 6"/>
                <a:gd name="T4" fmla="*/ 3 w 15"/>
                <a:gd name="T5" fmla="*/ 2 h 6"/>
                <a:gd name="T6" fmla="*/ 0 w 15"/>
                <a:gd name="T7" fmla="*/ 4 h 6"/>
                <a:gd name="T8" fmla="*/ 4 w 15"/>
                <a:gd name="T9" fmla="*/ 6 h 6"/>
                <a:gd name="T10" fmla="*/ 10 w 15"/>
                <a:gd name="T11" fmla="*/ 3 h 6"/>
                <a:gd name="T12" fmla="*/ 11 w 15"/>
                <a:gd name="T13" fmla="*/ 4 h 6"/>
                <a:gd name="T14" fmla="*/ 15 w 15"/>
                <a:gd name="T15" fmla="*/ 4 h 6"/>
                <a:gd name="T16" fmla="*/ 15 w 15"/>
                <a:gd name="T17" fmla="*/ 0 h 6"/>
                <a:gd name="T18" fmla="*/ 8 w 15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6">
                  <a:moveTo>
                    <a:pt x="8" y="0"/>
                  </a:moveTo>
                  <a:cubicBezTo>
                    <a:pt x="8" y="0"/>
                    <a:pt x="8" y="2"/>
                    <a:pt x="8" y="2"/>
                  </a:cubicBezTo>
                  <a:cubicBezTo>
                    <a:pt x="7" y="2"/>
                    <a:pt x="5" y="2"/>
                    <a:pt x="3" y="2"/>
                  </a:cubicBezTo>
                  <a:cubicBezTo>
                    <a:pt x="1" y="2"/>
                    <a:pt x="0" y="2"/>
                    <a:pt x="0" y="4"/>
                  </a:cubicBezTo>
                  <a:cubicBezTo>
                    <a:pt x="0" y="5"/>
                    <a:pt x="2" y="6"/>
                    <a:pt x="4" y="6"/>
                  </a:cubicBezTo>
                  <a:cubicBezTo>
                    <a:pt x="6" y="6"/>
                    <a:pt x="7" y="4"/>
                    <a:pt x="10" y="3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1" y="4"/>
                    <a:pt x="15" y="4"/>
                    <a:pt x="15" y="0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2" name="Freeform 13"/>
            <p:cNvSpPr>
              <a:spLocks/>
            </p:cNvSpPr>
            <p:nvPr/>
          </p:nvSpPr>
          <p:spPr bwMode="auto">
            <a:xfrm>
              <a:off x="6888808" y="4447804"/>
              <a:ext cx="33389" cy="29216"/>
            </a:xfrm>
            <a:custGeom>
              <a:avLst/>
              <a:gdLst>
                <a:gd name="T0" fmla="*/ 6 w 10"/>
                <a:gd name="T1" fmla="*/ 5 h 9"/>
                <a:gd name="T2" fmla="*/ 8 w 10"/>
                <a:gd name="T3" fmla="*/ 9 h 9"/>
                <a:gd name="T4" fmla="*/ 8 w 10"/>
                <a:gd name="T5" fmla="*/ 9 h 9"/>
                <a:gd name="T6" fmla="*/ 10 w 10"/>
                <a:gd name="T7" fmla="*/ 7 h 9"/>
                <a:gd name="T8" fmla="*/ 7 w 10"/>
                <a:gd name="T9" fmla="*/ 1 h 9"/>
                <a:gd name="T10" fmla="*/ 5 w 10"/>
                <a:gd name="T11" fmla="*/ 1 h 9"/>
                <a:gd name="T12" fmla="*/ 0 w 10"/>
                <a:gd name="T13" fmla="*/ 2 h 9"/>
                <a:gd name="T14" fmla="*/ 6 w 10"/>
                <a:gd name="T15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9">
                  <a:moveTo>
                    <a:pt x="6" y="5"/>
                  </a:moveTo>
                  <a:cubicBezTo>
                    <a:pt x="6" y="6"/>
                    <a:pt x="6" y="9"/>
                    <a:pt x="8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10" y="8"/>
                    <a:pt x="10" y="7"/>
                  </a:cubicBezTo>
                  <a:cubicBezTo>
                    <a:pt x="10" y="4"/>
                    <a:pt x="7" y="5"/>
                    <a:pt x="7" y="1"/>
                  </a:cubicBezTo>
                  <a:cubicBezTo>
                    <a:pt x="6" y="1"/>
                    <a:pt x="5" y="1"/>
                    <a:pt x="5" y="1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0" y="4"/>
                    <a:pt x="4" y="5"/>
                    <a:pt x="6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3" name="Freeform 14"/>
            <p:cNvSpPr>
              <a:spLocks/>
            </p:cNvSpPr>
            <p:nvPr/>
          </p:nvSpPr>
          <p:spPr bwMode="auto">
            <a:xfrm>
              <a:off x="6823421" y="4428326"/>
              <a:ext cx="12521" cy="12521"/>
            </a:xfrm>
            <a:custGeom>
              <a:avLst/>
              <a:gdLst>
                <a:gd name="T0" fmla="*/ 2 w 4"/>
                <a:gd name="T1" fmla="*/ 0 h 4"/>
                <a:gd name="T2" fmla="*/ 0 w 4"/>
                <a:gd name="T3" fmla="*/ 0 h 4"/>
                <a:gd name="T4" fmla="*/ 0 w 4"/>
                <a:gd name="T5" fmla="*/ 2 h 4"/>
                <a:gd name="T6" fmla="*/ 2 w 4"/>
                <a:gd name="T7" fmla="*/ 4 h 4"/>
                <a:gd name="T8" fmla="*/ 4 w 4"/>
                <a:gd name="T9" fmla="*/ 1 h 4"/>
                <a:gd name="T10" fmla="*/ 2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" y="4"/>
                    <a:pt x="4" y="3"/>
                    <a:pt x="4" y="1"/>
                  </a:cubicBezTo>
                  <a:cubicBezTo>
                    <a:pt x="4" y="1"/>
                    <a:pt x="4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4" name="Freeform 15"/>
            <p:cNvSpPr>
              <a:spLocks/>
            </p:cNvSpPr>
            <p:nvPr/>
          </p:nvSpPr>
          <p:spPr bwMode="auto">
            <a:xfrm>
              <a:off x="6984802" y="4428326"/>
              <a:ext cx="75126" cy="45911"/>
            </a:xfrm>
            <a:custGeom>
              <a:avLst/>
              <a:gdLst>
                <a:gd name="T0" fmla="*/ 9 w 23"/>
                <a:gd name="T1" fmla="*/ 7 h 14"/>
                <a:gd name="T2" fmla="*/ 23 w 23"/>
                <a:gd name="T3" fmla="*/ 2 h 14"/>
                <a:gd name="T4" fmla="*/ 8 w 23"/>
                <a:gd name="T5" fmla="*/ 3 h 14"/>
                <a:gd name="T6" fmla="*/ 7 w 23"/>
                <a:gd name="T7" fmla="*/ 6 h 14"/>
                <a:gd name="T8" fmla="*/ 0 w 23"/>
                <a:gd name="T9" fmla="*/ 12 h 14"/>
                <a:gd name="T10" fmla="*/ 1 w 23"/>
                <a:gd name="T11" fmla="*/ 14 h 14"/>
                <a:gd name="T12" fmla="*/ 9 w 23"/>
                <a:gd name="T13" fmla="*/ 10 h 14"/>
                <a:gd name="T14" fmla="*/ 9 w 23"/>
                <a:gd name="T1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14">
                  <a:moveTo>
                    <a:pt x="9" y="7"/>
                  </a:moveTo>
                  <a:cubicBezTo>
                    <a:pt x="13" y="7"/>
                    <a:pt x="21" y="5"/>
                    <a:pt x="23" y="2"/>
                  </a:cubicBezTo>
                  <a:cubicBezTo>
                    <a:pt x="21" y="0"/>
                    <a:pt x="11" y="1"/>
                    <a:pt x="8" y="3"/>
                  </a:cubicBezTo>
                  <a:cubicBezTo>
                    <a:pt x="8" y="4"/>
                    <a:pt x="8" y="5"/>
                    <a:pt x="7" y="6"/>
                  </a:cubicBezTo>
                  <a:cubicBezTo>
                    <a:pt x="4" y="7"/>
                    <a:pt x="0" y="7"/>
                    <a:pt x="0" y="12"/>
                  </a:cubicBezTo>
                  <a:cubicBezTo>
                    <a:pt x="0" y="13"/>
                    <a:pt x="0" y="14"/>
                    <a:pt x="1" y="14"/>
                  </a:cubicBezTo>
                  <a:cubicBezTo>
                    <a:pt x="4" y="14"/>
                    <a:pt x="8" y="11"/>
                    <a:pt x="9" y="10"/>
                  </a:cubicBezTo>
                  <a:cubicBezTo>
                    <a:pt x="9" y="9"/>
                    <a:pt x="8" y="7"/>
                    <a:pt x="9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5" name="Freeform 16"/>
            <p:cNvSpPr>
              <a:spLocks/>
            </p:cNvSpPr>
            <p:nvPr/>
          </p:nvSpPr>
          <p:spPr bwMode="auto">
            <a:xfrm>
              <a:off x="7204614" y="4368503"/>
              <a:ext cx="16695" cy="30607"/>
            </a:xfrm>
            <a:custGeom>
              <a:avLst/>
              <a:gdLst>
                <a:gd name="T0" fmla="*/ 5 w 5"/>
                <a:gd name="T1" fmla="*/ 2 h 9"/>
                <a:gd name="T2" fmla="*/ 4 w 5"/>
                <a:gd name="T3" fmla="*/ 0 h 9"/>
                <a:gd name="T4" fmla="*/ 3 w 5"/>
                <a:gd name="T5" fmla="*/ 4 h 9"/>
                <a:gd name="T6" fmla="*/ 0 w 5"/>
                <a:gd name="T7" fmla="*/ 7 h 9"/>
                <a:gd name="T8" fmla="*/ 2 w 5"/>
                <a:gd name="T9" fmla="*/ 9 h 9"/>
                <a:gd name="T10" fmla="*/ 3 w 5"/>
                <a:gd name="T11" fmla="*/ 4 h 9"/>
                <a:gd name="T12" fmla="*/ 5 w 5"/>
                <a:gd name="T13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9">
                  <a:moveTo>
                    <a:pt x="5" y="2"/>
                  </a:moveTo>
                  <a:cubicBezTo>
                    <a:pt x="5" y="1"/>
                    <a:pt x="4" y="2"/>
                    <a:pt x="4" y="0"/>
                  </a:cubicBezTo>
                  <a:cubicBezTo>
                    <a:pt x="2" y="0"/>
                    <a:pt x="3" y="2"/>
                    <a:pt x="3" y="4"/>
                  </a:cubicBezTo>
                  <a:cubicBezTo>
                    <a:pt x="3" y="5"/>
                    <a:pt x="0" y="5"/>
                    <a:pt x="0" y="7"/>
                  </a:cubicBezTo>
                  <a:cubicBezTo>
                    <a:pt x="0" y="8"/>
                    <a:pt x="1" y="9"/>
                    <a:pt x="2" y="9"/>
                  </a:cubicBezTo>
                  <a:cubicBezTo>
                    <a:pt x="4" y="9"/>
                    <a:pt x="3" y="7"/>
                    <a:pt x="3" y="4"/>
                  </a:cubicBezTo>
                  <a:cubicBezTo>
                    <a:pt x="4" y="4"/>
                    <a:pt x="5" y="4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6" name="Freeform 17"/>
            <p:cNvSpPr>
              <a:spLocks/>
            </p:cNvSpPr>
            <p:nvPr/>
          </p:nvSpPr>
          <p:spPr bwMode="auto">
            <a:xfrm>
              <a:off x="7037668" y="4310070"/>
              <a:ext cx="19477" cy="22260"/>
            </a:xfrm>
            <a:custGeom>
              <a:avLst/>
              <a:gdLst>
                <a:gd name="T0" fmla="*/ 0 w 6"/>
                <a:gd name="T1" fmla="*/ 3 h 7"/>
                <a:gd name="T2" fmla="*/ 4 w 6"/>
                <a:gd name="T3" fmla="*/ 7 h 7"/>
                <a:gd name="T4" fmla="*/ 6 w 6"/>
                <a:gd name="T5" fmla="*/ 4 h 7"/>
                <a:gd name="T6" fmla="*/ 0 w 6"/>
                <a:gd name="T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0" y="3"/>
                  </a:moveTo>
                  <a:cubicBezTo>
                    <a:pt x="0" y="5"/>
                    <a:pt x="3" y="7"/>
                    <a:pt x="4" y="7"/>
                  </a:cubicBezTo>
                  <a:cubicBezTo>
                    <a:pt x="5" y="7"/>
                    <a:pt x="6" y="5"/>
                    <a:pt x="6" y="4"/>
                  </a:cubicBezTo>
                  <a:cubicBezTo>
                    <a:pt x="6" y="2"/>
                    <a:pt x="0" y="0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7" name="Freeform 18"/>
            <p:cNvSpPr>
              <a:spLocks/>
            </p:cNvSpPr>
            <p:nvPr/>
          </p:nvSpPr>
          <p:spPr bwMode="auto">
            <a:xfrm>
              <a:off x="7076622" y="4305896"/>
              <a:ext cx="59822" cy="23651"/>
            </a:xfrm>
            <a:custGeom>
              <a:avLst/>
              <a:gdLst>
                <a:gd name="T0" fmla="*/ 0 w 18"/>
                <a:gd name="T1" fmla="*/ 3 h 7"/>
                <a:gd name="T2" fmla="*/ 4 w 18"/>
                <a:gd name="T3" fmla="*/ 4 h 7"/>
                <a:gd name="T4" fmla="*/ 9 w 18"/>
                <a:gd name="T5" fmla="*/ 4 h 7"/>
                <a:gd name="T6" fmla="*/ 17 w 18"/>
                <a:gd name="T7" fmla="*/ 7 h 7"/>
                <a:gd name="T8" fmla="*/ 18 w 18"/>
                <a:gd name="T9" fmla="*/ 6 h 7"/>
                <a:gd name="T10" fmla="*/ 16 w 18"/>
                <a:gd name="T11" fmla="*/ 2 h 7"/>
                <a:gd name="T12" fmla="*/ 15 w 18"/>
                <a:gd name="T13" fmla="*/ 2 h 7"/>
                <a:gd name="T14" fmla="*/ 12 w 18"/>
                <a:gd name="T15" fmla="*/ 0 h 7"/>
                <a:gd name="T16" fmla="*/ 1 w 18"/>
                <a:gd name="T17" fmla="*/ 0 h 7"/>
                <a:gd name="T18" fmla="*/ 0 w 18"/>
                <a:gd name="T1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8" h="7">
                  <a:moveTo>
                    <a:pt x="0" y="3"/>
                  </a:moveTo>
                  <a:cubicBezTo>
                    <a:pt x="0" y="3"/>
                    <a:pt x="3" y="4"/>
                    <a:pt x="4" y="4"/>
                  </a:cubicBezTo>
                  <a:cubicBezTo>
                    <a:pt x="6" y="4"/>
                    <a:pt x="7" y="4"/>
                    <a:pt x="9" y="4"/>
                  </a:cubicBezTo>
                  <a:cubicBezTo>
                    <a:pt x="12" y="4"/>
                    <a:pt x="14" y="7"/>
                    <a:pt x="17" y="7"/>
                  </a:cubicBezTo>
                  <a:cubicBezTo>
                    <a:pt x="17" y="7"/>
                    <a:pt x="18" y="7"/>
                    <a:pt x="18" y="6"/>
                  </a:cubicBezTo>
                  <a:cubicBezTo>
                    <a:pt x="18" y="5"/>
                    <a:pt x="16" y="4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2" y="4"/>
                    <a:pt x="1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4"/>
                    <a:pt x="0" y="1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8" name="Freeform 19"/>
            <p:cNvSpPr>
              <a:spLocks/>
            </p:cNvSpPr>
            <p:nvPr/>
          </p:nvSpPr>
          <p:spPr bwMode="auto">
            <a:xfrm>
              <a:off x="7076622" y="4247464"/>
              <a:ext cx="9739" cy="12521"/>
            </a:xfrm>
            <a:custGeom>
              <a:avLst/>
              <a:gdLst>
                <a:gd name="T0" fmla="*/ 3 w 3"/>
                <a:gd name="T1" fmla="*/ 4 h 4"/>
                <a:gd name="T2" fmla="*/ 0 w 3"/>
                <a:gd name="T3" fmla="*/ 0 h 4"/>
                <a:gd name="T4" fmla="*/ 3 w 3"/>
                <a:gd name="T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2" y="2"/>
                    <a:pt x="0" y="2"/>
                    <a:pt x="0" y="0"/>
                  </a:cubicBezTo>
                  <a:cubicBezTo>
                    <a:pt x="0" y="2"/>
                    <a:pt x="1" y="4"/>
                    <a:pt x="3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49" name="Freeform 20"/>
            <p:cNvSpPr>
              <a:spLocks/>
            </p:cNvSpPr>
            <p:nvPr/>
          </p:nvSpPr>
          <p:spPr bwMode="auto">
            <a:xfrm>
              <a:off x="7076622" y="424746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0" name="Freeform 21"/>
            <p:cNvSpPr>
              <a:spLocks/>
            </p:cNvSpPr>
            <p:nvPr/>
          </p:nvSpPr>
          <p:spPr bwMode="auto">
            <a:xfrm>
              <a:off x="7066884" y="4201553"/>
              <a:ext cx="26433" cy="41737"/>
            </a:xfrm>
            <a:custGeom>
              <a:avLst/>
              <a:gdLst>
                <a:gd name="T0" fmla="*/ 8 w 8"/>
                <a:gd name="T1" fmla="*/ 6 h 13"/>
                <a:gd name="T2" fmla="*/ 2 w 8"/>
                <a:gd name="T3" fmla="*/ 0 h 13"/>
                <a:gd name="T4" fmla="*/ 0 w 8"/>
                <a:gd name="T5" fmla="*/ 4 h 13"/>
                <a:gd name="T6" fmla="*/ 3 w 8"/>
                <a:gd name="T7" fmla="*/ 11 h 13"/>
                <a:gd name="T8" fmla="*/ 3 w 8"/>
                <a:gd name="T9" fmla="*/ 13 h 13"/>
                <a:gd name="T10" fmla="*/ 8 w 8"/>
                <a:gd name="T11" fmla="*/ 12 h 13"/>
                <a:gd name="T12" fmla="*/ 6 w 8"/>
                <a:gd name="T13" fmla="*/ 9 h 13"/>
                <a:gd name="T14" fmla="*/ 8 w 8"/>
                <a:gd name="T15" fmla="*/ 6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13">
                  <a:moveTo>
                    <a:pt x="8" y="6"/>
                  </a:moveTo>
                  <a:cubicBezTo>
                    <a:pt x="4" y="5"/>
                    <a:pt x="2" y="3"/>
                    <a:pt x="2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7"/>
                    <a:pt x="3" y="8"/>
                    <a:pt x="3" y="11"/>
                  </a:cubicBezTo>
                  <a:cubicBezTo>
                    <a:pt x="3" y="12"/>
                    <a:pt x="3" y="12"/>
                    <a:pt x="3" y="13"/>
                  </a:cubicBezTo>
                  <a:cubicBezTo>
                    <a:pt x="3" y="13"/>
                    <a:pt x="7" y="12"/>
                    <a:pt x="8" y="12"/>
                  </a:cubicBezTo>
                  <a:cubicBezTo>
                    <a:pt x="8" y="10"/>
                    <a:pt x="6" y="10"/>
                    <a:pt x="6" y="9"/>
                  </a:cubicBezTo>
                  <a:cubicBezTo>
                    <a:pt x="6" y="7"/>
                    <a:pt x="8" y="7"/>
                    <a:pt x="8" y="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1" name="Freeform 22"/>
            <p:cNvSpPr>
              <a:spLocks/>
            </p:cNvSpPr>
            <p:nvPr/>
          </p:nvSpPr>
          <p:spPr bwMode="auto">
            <a:xfrm>
              <a:off x="7517638" y="4339286"/>
              <a:ext cx="82082" cy="45911"/>
            </a:xfrm>
            <a:custGeom>
              <a:avLst/>
              <a:gdLst>
                <a:gd name="T0" fmla="*/ 0 w 25"/>
                <a:gd name="T1" fmla="*/ 10 h 14"/>
                <a:gd name="T2" fmla="*/ 5 w 25"/>
                <a:gd name="T3" fmla="*/ 13 h 14"/>
                <a:gd name="T4" fmla="*/ 6 w 25"/>
                <a:gd name="T5" fmla="*/ 13 h 14"/>
                <a:gd name="T6" fmla="*/ 6 w 25"/>
                <a:gd name="T7" fmla="*/ 13 h 14"/>
                <a:gd name="T8" fmla="*/ 6 w 25"/>
                <a:gd name="T9" fmla="*/ 13 h 14"/>
                <a:gd name="T10" fmla="*/ 9 w 25"/>
                <a:gd name="T11" fmla="*/ 14 h 14"/>
                <a:gd name="T12" fmla="*/ 20 w 25"/>
                <a:gd name="T13" fmla="*/ 11 h 14"/>
                <a:gd name="T14" fmla="*/ 25 w 25"/>
                <a:gd name="T15" fmla="*/ 3 h 14"/>
                <a:gd name="T16" fmla="*/ 23 w 25"/>
                <a:gd name="T17" fmla="*/ 0 h 14"/>
                <a:gd name="T18" fmla="*/ 18 w 25"/>
                <a:gd name="T19" fmla="*/ 6 h 14"/>
                <a:gd name="T20" fmla="*/ 9 w 25"/>
                <a:gd name="T21" fmla="*/ 9 h 14"/>
                <a:gd name="T22" fmla="*/ 7 w 25"/>
                <a:gd name="T23" fmla="*/ 10 h 14"/>
                <a:gd name="T24" fmla="*/ 0 w 25"/>
                <a:gd name="T25" fmla="*/ 1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" h="14">
                  <a:moveTo>
                    <a:pt x="0" y="10"/>
                  </a:moveTo>
                  <a:cubicBezTo>
                    <a:pt x="0" y="10"/>
                    <a:pt x="3" y="12"/>
                    <a:pt x="5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9" y="14"/>
                    <a:pt x="9" y="14"/>
                  </a:cubicBezTo>
                  <a:cubicBezTo>
                    <a:pt x="14" y="14"/>
                    <a:pt x="16" y="12"/>
                    <a:pt x="20" y="11"/>
                  </a:cubicBezTo>
                  <a:cubicBezTo>
                    <a:pt x="20" y="7"/>
                    <a:pt x="25" y="8"/>
                    <a:pt x="25" y="3"/>
                  </a:cubicBezTo>
                  <a:cubicBezTo>
                    <a:pt x="25" y="2"/>
                    <a:pt x="24" y="0"/>
                    <a:pt x="23" y="0"/>
                  </a:cubicBezTo>
                  <a:cubicBezTo>
                    <a:pt x="20" y="0"/>
                    <a:pt x="21" y="5"/>
                    <a:pt x="18" y="6"/>
                  </a:cubicBezTo>
                  <a:cubicBezTo>
                    <a:pt x="16" y="7"/>
                    <a:pt x="12" y="8"/>
                    <a:pt x="9" y="9"/>
                  </a:cubicBezTo>
                  <a:cubicBezTo>
                    <a:pt x="9" y="9"/>
                    <a:pt x="7" y="10"/>
                    <a:pt x="7" y="10"/>
                  </a:cubicBez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2" name="Freeform 23"/>
            <p:cNvSpPr>
              <a:spLocks/>
            </p:cNvSpPr>
            <p:nvPr/>
          </p:nvSpPr>
          <p:spPr bwMode="auto">
            <a:xfrm>
              <a:off x="7136444" y="4253029"/>
              <a:ext cx="429886" cy="223991"/>
            </a:xfrm>
            <a:custGeom>
              <a:avLst/>
              <a:gdLst>
                <a:gd name="T0" fmla="*/ 104 w 131"/>
                <a:gd name="T1" fmla="*/ 37 h 68"/>
                <a:gd name="T2" fmla="*/ 92 w 131"/>
                <a:gd name="T3" fmla="*/ 26 h 68"/>
                <a:gd name="T4" fmla="*/ 89 w 131"/>
                <a:gd name="T5" fmla="*/ 23 h 68"/>
                <a:gd name="T6" fmla="*/ 82 w 131"/>
                <a:gd name="T7" fmla="*/ 20 h 68"/>
                <a:gd name="T8" fmla="*/ 66 w 131"/>
                <a:gd name="T9" fmla="*/ 15 h 68"/>
                <a:gd name="T10" fmla="*/ 66 w 131"/>
                <a:gd name="T11" fmla="*/ 15 h 68"/>
                <a:gd name="T12" fmla="*/ 66 w 131"/>
                <a:gd name="T13" fmla="*/ 15 h 68"/>
                <a:gd name="T14" fmla="*/ 65 w 131"/>
                <a:gd name="T15" fmla="*/ 15 h 68"/>
                <a:gd name="T16" fmla="*/ 66 w 131"/>
                <a:gd name="T17" fmla="*/ 14 h 68"/>
                <a:gd name="T18" fmla="*/ 62 w 131"/>
                <a:gd name="T19" fmla="*/ 12 h 68"/>
                <a:gd name="T20" fmla="*/ 56 w 131"/>
                <a:gd name="T21" fmla="*/ 12 h 68"/>
                <a:gd name="T22" fmla="*/ 50 w 131"/>
                <a:gd name="T23" fmla="*/ 8 h 68"/>
                <a:gd name="T24" fmla="*/ 47 w 131"/>
                <a:gd name="T25" fmla="*/ 7 h 68"/>
                <a:gd name="T26" fmla="*/ 40 w 131"/>
                <a:gd name="T27" fmla="*/ 13 h 68"/>
                <a:gd name="T28" fmla="*/ 35 w 131"/>
                <a:gd name="T29" fmla="*/ 16 h 68"/>
                <a:gd name="T30" fmla="*/ 30 w 131"/>
                <a:gd name="T31" fmla="*/ 20 h 68"/>
                <a:gd name="T32" fmla="*/ 26 w 131"/>
                <a:gd name="T33" fmla="*/ 15 h 68"/>
                <a:gd name="T34" fmla="*/ 22 w 131"/>
                <a:gd name="T35" fmla="*/ 13 h 68"/>
                <a:gd name="T36" fmla="*/ 22 w 131"/>
                <a:gd name="T37" fmla="*/ 5 h 68"/>
                <a:gd name="T38" fmla="*/ 11 w 131"/>
                <a:gd name="T39" fmla="*/ 0 h 68"/>
                <a:gd name="T40" fmla="*/ 3 w 131"/>
                <a:gd name="T41" fmla="*/ 4 h 68"/>
                <a:gd name="T42" fmla="*/ 0 w 131"/>
                <a:gd name="T43" fmla="*/ 6 h 68"/>
                <a:gd name="T44" fmla="*/ 7 w 131"/>
                <a:gd name="T45" fmla="*/ 11 h 68"/>
                <a:gd name="T46" fmla="*/ 8 w 131"/>
                <a:gd name="T47" fmla="*/ 13 h 68"/>
                <a:gd name="T48" fmla="*/ 12 w 131"/>
                <a:gd name="T49" fmla="*/ 14 h 68"/>
                <a:gd name="T50" fmla="*/ 18 w 131"/>
                <a:gd name="T51" fmla="*/ 12 h 68"/>
                <a:gd name="T52" fmla="*/ 20 w 131"/>
                <a:gd name="T53" fmla="*/ 12 h 68"/>
                <a:gd name="T54" fmla="*/ 8 w 131"/>
                <a:gd name="T55" fmla="*/ 16 h 68"/>
                <a:gd name="T56" fmla="*/ 12 w 131"/>
                <a:gd name="T57" fmla="*/ 19 h 68"/>
                <a:gd name="T58" fmla="*/ 13 w 131"/>
                <a:gd name="T59" fmla="*/ 25 h 68"/>
                <a:gd name="T60" fmla="*/ 15 w 131"/>
                <a:gd name="T61" fmla="*/ 25 h 68"/>
                <a:gd name="T62" fmla="*/ 18 w 131"/>
                <a:gd name="T63" fmla="*/ 21 h 68"/>
                <a:gd name="T64" fmla="*/ 18 w 131"/>
                <a:gd name="T65" fmla="*/ 23 h 68"/>
                <a:gd name="T66" fmla="*/ 27 w 131"/>
                <a:gd name="T67" fmla="*/ 28 h 68"/>
                <a:gd name="T68" fmla="*/ 39 w 131"/>
                <a:gd name="T69" fmla="*/ 30 h 68"/>
                <a:gd name="T70" fmla="*/ 49 w 131"/>
                <a:gd name="T71" fmla="*/ 37 h 68"/>
                <a:gd name="T72" fmla="*/ 52 w 131"/>
                <a:gd name="T73" fmla="*/ 46 h 68"/>
                <a:gd name="T74" fmla="*/ 47 w 131"/>
                <a:gd name="T75" fmla="*/ 51 h 68"/>
                <a:gd name="T76" fmla="*/ 50 w 131"/>
                <a:gd name="T77" fmla="*/ 52 h 68"/>
                <a:gd name="T78" fmla="*/ 55 w 131"/>
                <a:gd name="T79" fmla="*/ 52 h 68"/>
                <a:gd name="T80" fmla="*/ 58 w 131"/>
                <a:gd name="T81" fmla="*/ 52 h 68"/>
                <a:gd name="T82" fmla="*/ 72 w 131"/>
                <a:gd name="T83" fmla="*/ 60 h 68"/>
                <a:gd name="T84" fmla="*/ 80 w 131"/>
                <a:gd name="T85" fmla="*/ 60 h 68"/>
                <a:gd name="T86" fmla="*/ 81 w 131"/>
                <a:gd name="T87" fmla="*/ 54 h 68"/>
                <a:gd name="T88" fmla="*/ 90 w 131"/>
                <a:gd name="T89" fmla="*/ 48 h 68"/>
                <a:gd name="T90" fmla="*/ 106 w 131"/>
                <a:gd name="T91" fmla="*/ 58 h 68"/>
                <a:gd name="T92" fmla="*/ 108 w 131"/>
                <a:gd name="T93" fmla="*/ 59 h 68"/>
                <a:gd name="T94" fmla="*/ 117 w 131"/>
                <a:gd name="T95" fmla="*/ 64 h 68"/>
                <a:gd name="T96" fmla="*/ 123 w 131"/>
                <a:gd name="T97" fmla="*/ 64 h 68"/>
                <a:gd name="T98" fmla="*/ 127 w 131"/>
                <a:gd name="T99" fmla="*/ 68 h 68"/>
                <a:gd name="T100" fmla="*/ 128 w 131"/>
                <a:gd name="T101" fmla="*/ 68 h 68"/>
                <a:gd name="T102" fmla="*/ 131 w 131"/>
                <a:gd name="T103" fmla="*/ 65 h 68"/>
                <a:gd name="T104" fmla="*/ 127 w 131"/>
                <a:gd name="T105" fmla="*/ 64 h 68"/>
                <a:gd name="T106" fmla="*/ 125 w 131"/>
                <a:gd name="T107" fmla="*/ 61 h 68"/>
                <a:gd name="T108" fmla="*/ 122 w 131"/>
                <a:gd name="T109" fmla="*/ 61 h 68"/>
                <a:gd name="T110" fmla="*/ 120 w 131"/>
                <a:gd name="T111" fmla="*/ 58 h 68"/>
                <a:gd name="T112" fmla="*/ 115 w 131"/>
                <a:gd name="T113" fmla="*/ 56 h 68"/>
                <a:gd name="T114" fmla="*/ 111 w 131"/>
                <a:gd name="T115" fmla="*/ 49 h 68"/>
                <a:gd name="T116" fmla="*/ 107 w 131"/>
                <a:gd name="T117" fmla="*/ 44 h 68"/>
                <a:gd name="T118" fmla="*/ 111 w 131"/>
                <a:gd name="T119" fmla="*/ 40 h 68"/>
                <a:gd name="T120" fmla="*/ 104 w 131"/>
                <a:gd name="T121" fmla="*/ 3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1" h="68">
                  <a:moveTo>
                    <a:pt x="104" y="37"/>
                  </a:moveTo>
                  <a:cubicBezTo>
                    <a:pt x="99" y="34"/>
                    <a:pt x="99" y="28"/>
                    <a:pt x="92" y="26"/>
                  </a:cubicBezTo>
                  <a:cubicBezTo>
                    <a:pt x="91" y="25"/>
                    <a:pt x="89" y="25"/>
                    <a:pt x="89" y="23"/>
                  </a:cubicBezTo>
                  <a:cubicBezTo>
                    <a:pt x="86" y="23"/>
                    <a:pt x="85" y="20"/>
                    <a:pt x="82" y="20"/>
                  </a:cubicBezTo>
                  <a:cubicBezTo>
                    <a:pt x="77" y="20"/>
                    <a:pt x="70" y="18"/>
                    <a:pt x="66" y="1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5"/>
                    <a:pt x="66" y="15"/>
                    <a:pt x="66" y="15"/>
                  </a:cubicBezTo>
                  <a:cubicBezTo>
                    <a:pt x="66" y="15"/>
                    <a:pt x="66" y="15"/>
                    <a:pt x="65" y="15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5" y="14"/>
                    <a:pt x="63" y="16"/>
                    <a:pt x="62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5" y="12"/>
                    <a:pt x="53" y="9"/>
                    <a:pt x="50" y="8"/>
                  </a:cubicBezTo>
                  <a:cubicBezTo>
                    <a:pt x="50" y="8"/>
                    <a:pt x="48" y="9"/>
                    <a:pt x="47" y="7"/>
                  </a:cubicBezTo>
                  <a:cubicBezTo>
                    <a:pt x="45" y="8"/>
                    <a:pt x="42" y="12"/>
                    <a:pt x="40" y="13"/>
                  </a:cubicBezTo>
                  <a:cubicBezTo>
                    <a:pt x="37" y="14"/>
                    <a:pt x="36" y="14"/>
                    <a:pt x="35" y="16"/>
                  </a:cubicBezTo>
                  <a:cubicBezTo>
                    <a:pt x="34" y="16"/>
                    <a:pt x="32" y="20"/>
                    <a:pt x="30" y="20"/>
                  </a:cubicBezTo>
                  <a:cubicBezTo>
                    <a:pt x="29" y="20"/>
                    <a:pt x="26" y="16"/>
                    <a:pt x="26" y="15"/>
                  </a:cubicBezTo>
                  <a:cubicBezTo>
                    <a:pt x="24" y="15"/>
                    <a:pt x="22" y="14"/>
                    <a:pt x="22" y="13"/>
                  </a:cubicBezTo>
                  <a:cubicBezTo>
                    <a:pt x="22" y="11"/>
                    <a:pt x="22" y="8"/>
                    <a:pt x="22" y="5"/>
                  </a:cubicBezTo>
                  <a:cubicBezTo>
                    <a:pt x="18" y="4"/>
                    <a:pt x="15" y="0"/>
                    <a:pt x="11" y="0"/>
                  </a:cubicBezTo>
                  <a:cubicBezTo>
                    <a:pt x="7" y="0"/>
                    <a:pt x="6" y="4"/>
                    <a:pt x="3" y="4"/>
                  </a:cubicBezTo>
                  <a:cubicBezTo>
                    <a:pt x="2" y="4"/>
                    <a:pt x="0" y="5"/>
                    <a:pt x="0" y="6"/>
                  </a:cubicBezTo>
                  <a:cubicBezTo>
                    <a:pt x="0" y="10"/>
                    <a:pt x="6" y="8"/>
                    <a:pt x="7" y="11"/>
                  </a:cubicBezTo>
                  <a:cubicBezTo>
                    <a:pt x="7" y="12"/>
                    <a:pt x="8" y="13"/>
                    <a:pt x="8" y="13"/>
                  </a:cubicBezTo>
                  <a:cubicBezTo>
                    <a:pt x="10" y="14"/>
                    <a:pt x="11" y="14"/>
                    <a:pt x="12" y="14"/>
                  </a:cubicBezTo>
                  <a:cubicBezTo>
                    <a:pt x="14" y="14"/>
                    <a:pt x="16" y="12"/>
                    <a:pt x="18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18" y="16"/>
                    <a:pt x="11" y="15"/>
                    <a:pt x="8" y="16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3" y="21"/>
                    <a:pt x="12" y="22"/>
                    <a:pt x="13" y="25"/>
                  </a:cubicBezTo>
                  <a:cubicBezTo>
                    <a:pt x="14" y="25"/>
                    <a:pt x="14" y="25"/>
                    <a:pt x="15" y="25"/>
                  </a:cubicBezTo>
                  <a:cubicBezTo>
                    <a:pt x="17" y="25"/>
                    <a:pt x="18" y="23"/>
                    <a:pt x="18" y="21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2" y="22"/>
                    <a:pt x="24" y="28"/>
                    <a:pt x="27" y="28"/>
                  </a:cubicBezTo>
                  <a:cubicBezTo>
                    <a:pt x="31" y="28"/>
                    <a:pt x="37" y="29"/>
                    <a:pt x="39" y="30"/>
                  </a:cubicBezTo>
                  <a:cubicBezTo>
                    <a:pt x="42" y="32"/>
                    <a:pt x="48" y="34"/>
                    <a:pt x="49" y="37"/>
                  </a:cubicBezTo>
                  <a:cubicBezTo>
                    <a:pt x="50" y="40"/>
                    <a:pt x="49" y="43"/>
                    <a:pt x="52" y="46"/>
                  </a:cubicBezTo>
                  <a:cubicBezTo>
                    <a:pt x="51" y="47"/>
                    <a:pt x="47" y="48"/>
                    <a:pt x="47" y="51"/>
                  </a:cubicBezTo>
                  <a:cubicBezTo>
                    <a:pt x="47" y="52"/>
                    <a:pt x="49" y="52"/>
                    <a:pt x="50" y="52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2"/>
                    <a:pt x="57" y="52"/>
                    <a:pt x="58" y="52"/>
                  </a:cubicBezTo>
                  <a:cubicBezTo>
                    <a:pt x="64" y="52"/>
                    <a:pt x="66" y="60"/>
                    <a:pt x="72" y="60"/>
                  </a:cubicBezTo>
                  <a:cubicBezTo>
                    <a:pt x="74" y="60"/>
                    <a:pt x="75" y="60"/>
                    <a:pt x="80" y="60"/>
                  </a:cubicBezTo>
                  <a:cubicBezTo>
                    <a:pt x="80" y="56"/>
                    <a:pt x="82" y="57"/>
                    <a:pt x="81" y="54"/>
                  </a:cubicBezTo>
                  <a:cubicBezTo>
                    <a:pt x="85" y="52"/>
                    <a:pt x="84" y="48"/>
                    <a:pt x="90" y="48"/>
                  </a:cubicBezTo>
                  <a:cubicBezTo>
                    <a:pt x="97" y="48"/>
                    <a:pt x="101" y="54"/>
                    <a:pt x="106" y="58"/>
                  </a:cubicBezTo>
                  <a:cubicBezTo>
                    <a:pt x="106" y="59"/>
                    <a:pt x="108" y="58"/>
                    <a:pt x="108" y="59"/>
                  </a:cubicBezTo>
                  <a:cubicBezTo>
                    <a:pt x="108" y="62"/>
                    <a:pt x="113" y="64"/>
                    <a:pt x="117" y="64"/>
                  </a:cubicBezTo>
                  <a:cubicBezTo>
                    <a:pt x="123" y="64"/>
                    <a:pt x="123" y="64"/>
                    <a:pt x="123" y="64"/>
                  </a:cubicBezTo>
                  <a:cubicBezTo>
                    <a:pt x="123" y="68"/>
                    <a:pt x="127" y="68"/>
                    <a:pt x="127" y="68"/>
                  </a:cubicBezTo>
                  <a:cubicBezTo>
                    <a:pt x="127" y="68"/>
                    <a:pt x="128" y="68"/>
                    <a:pt x="128" y="68"/>
                  </a:cubicBezTo>
                  <a:cubicBezTo>
                    <a:pt x="128" y="68"/>
                    <a:pt x="130" y="66"/>
                    <a:pt x="131" y="65"/>
                  </a:cubicBezTo>
                  <a:cubicBezTo>
                    <a:pt x="131" y="64"/>
                    <a:pt x="127" y="65"/>
                    <a:pt x="127" y="64"/>
                  </a:cubicBezTo>
                  <a:cubicBezTo>
                    <a:pt x="126" y="63"/>
                    <a:pt x="126" y="62"/>
                    <a:pt x="125" y="61"/>
                  </a:cubicBezTo>
                  <a:cubicBezTo>
                    <a:pt x="124" y="61"/>
                    <a:pt x="122" y="62"/>
                    <a:pt x="122" y="61"/>
                  </a:cubicBezTo>
                  <a:cubicBezTo>
                    <a:pt x="121" y="60"/>
                    <a:pt x="121" y="58"/>
                    <a:pt x="120" y="58"/>
                  </a:cubicBezTo>
                  <a:cubicBezTo>
                    <a:pt x="118" y="58"/>
                    <a:pt x="116" y="57"/>
                    <a:pt x="115" y="56"/>
                  </a:cubicBezTo>
                  <a:cubicBezTo>
                    <a:pt x="113" y="53"/>
                    <a:pt x="114" y="52"/>
                    <a:pt x="111" y="49"/>
                  </a:cubicBezTo>
                  <a:cubicBezTo>
                    <a:pt x="111" y="49"/>
                    <a:pt x="107" y="45"/>
                    <a:pt x="107" y="44"/>
                  </a:cubicBezTo>
                  <a:cubicBezTo>
                    <a:pt x="107" y="42"/>
                    <a:pt x="111" y="43"/>
                    <a:pt x="111" y="40"/>
                  </a:cubicBezTo>
                  <a:cubicBezTo>
                    <a:pt x="111" y="35"/>
                    <a:pt x="107" y="38"/>
                    <a:pt x="104" y="3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3" name="Freeform 24"/>
            <p:cNvSpPr>
              <a:spLocks/>
            </p:cNvSpPr>
            <p:nvPr/>
          </p:nvSpPr>
          <p:spPr bwMode="auto">
            <a:xfrm>
              <a:off x="7573287" y="4303114"/>
              <a:ext cx="45910" cy="45911"/>
            </a:xfrm>
            <a:custGeom>
              <a:avLst/>
              <a:gdLst>
                <a:gd name="T0" fmla="*/ 9 w 14"/>
                <a:gd name="T1" fmla="*/ 7 h 14"/>
                <a:gd name="T2" fmla="*/ 0 w 14"/>
                <a:gd name="T3" fmla="*/ 0 h 14"/>
                <a:gd name="T4" fmla="*/ 4 w 14"/>
                <a:gd name="T5" fmla="*/ 3 h 14"/>
                <a:gd name="T6" fmla="*/ 10 w 14"/>
                <a:gd name="T7" fmla="*/ 9 h 14"/>
                <a:gd name="T8" fmla="*/ 12 w 14"/>
                <a:gd name="T9" fmla="*/ 13 h 14"/>
                <a:gd name="T10" fmla="*/ 14 w 14"/>
                <a:gd name="T11" fmla="*/ 13 h 14"/>
                <a:gd name="T12" fmla="*/ 14 w 14"/>
                <a:gd name="T13" fmla="*/ 12 h 14"/>
                <a:gd name="T14" fmla="*/ 9 w 14"/>
                <a:gd name="T15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4">
                  <a:moveTo>
                    <a:pt x="9" y="7"/>
                  </a:moveTo>
                  <a:cubicBezTo>
                    <a:pt x="7" y="5"/>
                    <a:pt x="5" y="2"/>
                    <a:pt x="0" y="0"/>
                  </a:cubicBezTo>
                  <a:cubicBezTo>
                    <a:pt x="1" y="2"/>
                    <a:pt x="3" y="2"/>
                    <a:pt x="4" y="3"/>
                  </a:cubicBezTo>
                  <a:cubicBezTo>
                    <a:pt x="7" y="5"/>
                    <a:pt x="7" y="7"/>
                    <a:pt x="10" y="9"/>
                  </a:cubicBezTo>
                  <a:cubicBezTo>
                    <a:pt x="9" y="11"/>
                    <a:pt x="9" y="13"/>
                    <a:pt x="12" y="13"/>
                  </a:cubicBezTo>
                  <a:cubicBezTo>
                    <a:pt x="13" y="14"/>
                    <a:pt x="13" y="13"/>
                    <a:pt x="14" y="13"/>
                  </a:cubicBezTo>
                  <a:cubicBezTo>
                    <a:pt x="13" y="13"/>
                    <a:pt x="14" y="12"/>
                    <a:pt x="14" y="12"/>
                  </a:cubicBezTo>
                  <a:cubicBezTo>
                    <a:pt x="14" y="8"/>
                    <a:pt x="11" y="9"/>
                    <a:pt x="9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4" name="Freeform 25"/>
            <p:cNvSpPr>
              <a:spLocks/>
            </p:cNvSpPr>
            <p:nvPr/>
          </p:nvSpPr>
          <p:spPr bwMode="auto">
            <a:xfrm>
              <a:off x="7652586" y="4365720"/>
              <a:ext cx="23651" cy="26434"/>
            </a:xfrm>
            <a:custGeom>
              <a:avLst/>
              <a:gdLst>
                <a:gd name="T0" fmla="*/ 1 w 7"/>
                <a:gd name="T1" fmla="*/ 0 h 8"/>
                <a:gd name="T2" fmla="*/ 5 w 7"/>
                <a:gd name="T3" fmla="*/ 5 h 8"/>
                <a:gd name="T4" fmla="*/ 5 w 7"/>
                <a:gd name="T5" fmla="*/ 7 h 8"/>
                <a:gd name="T6" fmla="*/ 5 w 7"/>
                <a:gd name="T7" fmla="*/ 8 h 8"/>
                <a:gd name="T8" fmla="*/ 7 w 7"/>
                <a:gd name="T9" fmla="*/ 7 h 8"/>
                <a:gd name="T10" fmla="*/ 1 w 7"/>
                <a:gd name="T1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8">
                  <a:moveTo>
                    <a:pt x="1" y="0"/>
                  </a:moveTo>
                  <a:cubicBezTo>
                    <a:pt x="0" y="2"/>
                    <a:pt x="1" y="5"/>
                    <a:pt x="5" y="5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6" y="8"/>
                    <a:pt x="7" y="7"/>
                    <a:pt x="7" y="7"/>
                  </a:cubicBezTo>
                  <a:cubicBezTo>
                    <a:pt x="7" y="6"/>
                    <a:pt x="2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5" name="Freeform 26"/>
            <p:cNvSpPr>
              <a:spLocks/>
            </p:cNvSpPr>
            <p:nvPr/>
          </p:nvSpPr>
          <p:spPr bwMode="auto">
            <a:xfrm>
              <a:off x="7797272" y="4464499"/>
              <a:ext cx="9739" cy="1669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4 h 5"/>
                <a:gd name="T6" fmla="*/ 0 w 3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3" y="5"/>
                    <a:pt x="3" y="4"/>
                    <a:pt x="3" y="4"/>
                  </a:cubicBezTo>
                  <a:cubicBezTo>
                    <a:pt x="3" y="2"/>
                    <a:pt x="2" y="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6" name="Freeform 27"/>
            <p:cNvSpPr>
              <a:spLocks/>
            </p:cNvSpPr>
            <p:nvPr/>
          </p:nvSpPr>
          <p:spPr bwMode="auto">
            <a:xfrm>
              <a:off x="7763883" y="4454760"/>
              <a:ext cx="23651" cy="9739"/>
            </a:xfrm>
            <a:custGeom>
              <a:avLst/>
              <a:gdLst>
                <a:gd name="T0" fmla="*/ 0 w 7"/>
                <a:gd name="T1" fmla="*/ 0 h 3"/>
                <a:gd name="T2" fmla="*/ 6 w 7"/>
                <a:gd name="T3" fmla="*/ 3 h 3"/>
                <a:gd name="T4" fmla="*/ 7 w 7"/>
                <a:gd name="T5" fmla="*/ 3 h 3"/>
                <a:gd name="T6" fmla="*/ 0 w 7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0" y="2"/>
                    <a:pt x="3" y="3"/>
                    <a:pt x="6" y="3"/>
                  </a:cubicBezTo>
                  <a:cubicBezTo>
                    <a:pt x="6" y="3"/>
                    <a:pt x="7" y="3"/>
                    <a:pt x="7" y="3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7" name="Freeform 28"/>
            <p:cNvSpPr>
              <a:spLocks/>
            </p:cNvSpPr>
            <p:nvPr/>
          </p:nvSpPr>
          <p:spPr bwMode="auto">
            <a:xfrm>
              <a:off x="7768057" y="4425544"/>
              <a:ext cx="19477" cy="22260"/>
            </a:xfrm>
            <a:custGeom>
              <a:avLst/>
              <a:gdLst>
                <a:gd name="T0" fmla="*/ 0 w 6"/>
                <a:gd name="T1" fmla="*/ 0 h 7"/>
                <a:gd name="T2" fmla="*/ 6 w 6"/>
                <a:gd name="T3" fmla="*/ 7 h 7"/>
                <a:gd name="T4" fmla="*/ 0 w 6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0" y="2"/>
                    <a:pt x="4" y="7"/>
                    <a:pt x="6" y="7"/>
                  </a:cubicBezTo>
                  <a:cubicBezTo>
                    <a:pt x="5" y="4"/>
                    <a:pt x="3" y="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8" name="Freeform 29"/>
            <p:cNvSpPr>
              <a:spLocks/>
            </p:cNvSpPr>
            <p:nvPr/>
          </p:nvSpPr>
          <p:spPr bwMode="auto">
            <a:xfrm>
              <a:off x="7722147" y="4408849"/>
              <a:ext cx="29216" cy="16695"/>
            </a:xfrm>
            <a:custGeom>
              <a:avLst/>
              <a:gdLst>
                <a:gd name="T0" fmla="*/ 1 w 9"/>
                <a:gd name="T1" fmla="*/ 0 h 5"/>
                <a:gd name="T2" fmla="*/ 1 w 9"/>
                <a:gd name="T3" fmla="*/ 1 h 5"/>
                <a:gd name="T4" fmla="*/ 0 w 9"/>
                <a:gd name="T5" fmla="*/ 1 h 5"/>
                <a:gd name="T6" fmla="*/ 7 w 9"/>
                <a:gd name="T7" fmla="*/ 5 h 5"/>
                <a:gd name="T8" fmla="*/ 9 w 9"/>
                <a:gd name="T9" fmla="*/ 4 h 5"/>
                <a:gd name="T10" fmla="*/ 1 w 9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5">
                  <a:moveTo>
                    <a:pt x="1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5" y="5"/>
                    <a:pt x="7" y="5"/>
                  </a:cubicBezTo>
                  <a:cubicBezTo>
                    <a:pt x="8" y="5"/>
                    <a:pt x="8" y="5"/>
                    <a:pt x="9" y="4"/>
                  </a:cubicBezTo>
                  <a:cubicBezTo>
                    <a:pt x="8" y="2"/>
                    <a:pt x="3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59" name="Freeform 30"/>
            <p:cNvSpPr>
              <a:spLocks/>
            </p:cNvSpPr>
            <p:nvPr/>
          </p:nvSpPr>
          <p:spPr bwMode="auto">
            <a:xfrm>
              <a:off x="7688758" y="4389371"/>
              <a:ext cx="2782" cy="2782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1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0" name="Freeform 31"/>
            <p:cNvSpPr>
              <a:spLocks/>
            </p:cNvSpPr>
            <p:nvPr/>
          </p:nvSpPr>
          <p:spPr bwMode="auto">
            <a:xfrm>
              <a:off x="7688758" y="4392154"/>
              <a:ext cx="16695" cy="6956"/>
            </a:xfrm>
            <a:custGeom>
              <a:avLst/>
              <a:gdLst>
                <a:gd name="T0" fmla="*/ 1 w 5"/>
                <a:gd name="T1" fmla="*/ 0 h 2"/>
                <a:gd name="T2" fmla="*/ 0 w 5"/>
                <a:gd name="T3" fmla="*/ 0 h 2"/>
                <a:gd name="T4" fmla="*/ 3 w 5"/>
                <a:gd name="T5" fmla="*/ 2 h 2"/>
                <a:gd name="T6" fmla="*/ 5 w 5"/>
                <a:gd name="T7" fmla="*/ 2 h 2"/>
                <a:gd name="T8" fmla="*/ 1 w 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0"/>
                    <a:pt x="3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1" name="Freeform 32"/>
            <p:cNvSpPr>
              <a:spLocks/>
            </p:cNvSpPr>
            <p:nvPr/>
          </p:nvSpPr>
          <p:spPr bwMode="auto">
            <a:xfrm>
              <a:off x="7432774" y="5162906"/>
              <a:ext cx="82082" cy="86257"/>
            </a:xfrm>
            <a:custGeom>
              <a:avLst/>
              <a:gdLst>
                <a:gd name="T0" fmla="*/ 12 w 25"/>
                <a:gd name="T1" fmla="*/ 4 h 26"/>
                <a:gd name="T2" fmla="*/ 0 w 25"/>
                <a:gd name="T3" fmla="*/ 4 h 26"/>
                <a:gd name="T4" fmla="*/ 14 w 25"/>
                <a:gd name="T5" fmla="*/ 26 h 26"/>
                <a:gd name="T6" fmla="*/ 25 w 25"/>
                <a:gd name="T7" fmla="*/ 9 h 26"/>
                <a:gd name="T8" fmla="*/ 22 w 25"/>
                <a:gd name="T9" fmla="*/ 2 h 26"/>
                <a:gd name="T10" fmla="*/ 12 w 25"/>
                <a:gd name="T11" fmla="*/ 4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26">
                  <a:moveTo>
                    <a:pt x="12" y="4"/>
                  </a:moveTo>
                  <a:cubicBezTo>
                    <a:pt x="12" y="4"/>
                    <a:pt x="0" y="0"/>
                    <a:pt x="0" y="4"/>
                  </a:cubicBezTo>
                  <a:cubicBezTo>
                    <a:pt x="0" y="8"/>
                    <a:pt x="7" y="26"/>
                    <a:pt x="14" y="26"/>
                  </a:cubicBezTo>
                  <a:cubicBezTo>
                    <a:pt x="19" y="26"/>
                    <a:pt x="25" y="14"/>
                    <a:pt x="25" y="9"/>
                  </a:cubicBezTo>
                  <a:cubicBezTo>
                    <a:pt x="25" y="6"/>
                    <a:pt x="23" y="4"/>
                    <a:pt x="22" y="2"/>
                  </a:cubicBezTo>
                  <a:cubicBezTo>
                    <a:pt x="19" y="3"/>
                    <a:pt x="15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2" name="Freeform 33"/>
            <p:cNvSpPr>
              <a:spLocks/>
            </p:cNvSpPr>
            <p:nvPr/>
          </p:nvSpPr>
          <p:spPr bwMode="auto">
            <a:xfrm>
              <a:off x="7500943" y="5150385"/>
              <a:ext cx="9739" cy="9739"/>
            </a:xfrm>
            <a:custGeom>
              <a:avLst/>
              <a:gdLst>
                <a:gd name="T0" fmla="*/ 3 w 3"/>
                <a:gd name="T1" fmla="*/ 3 h 3"/>
                <a:gd name="T2" fmla="*/ 3 w 3"/>
                <a:gd name="T3" fmla="*/ 0 h 3"/>
                <a:gd name="T4" fmla="*/ 0 w 3"/>
                <a:gd name="T5" fmla="*/ 0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3" y="2"/>
                    <a:pt x="3" y="2"/>
                    <a:pt x="3" y="0"/>
                  </a:cubicBezTo>
                  <a:cubicBezTo>
                    <a:pt x="3" y="0"/>
                    <a:pt x="2" y="0"/>
                    <a:pt x="0" y="0"/>
                  </a:cubicBezTo>
                  <a:cubicBezTo>
                    <a:pt x="0" y="1"/>
                    <a:pt x="1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3" name="Freeform 34"/>
            <p:cNvSpPr>
              <a:spLocks/>
            </p:cNvSpPr>
            <p:nvPr/>
          </p:nvSpPr>
          <p:spPr bwMode="auto">
            <a:xfrm>
              <a:off x="7261654" y="5044650"/>
              <a:ext cx="25042" cy="12521"/>
            </a:xfrm>
            <a:custGeom>
              <a:avLst/>
              <a:gdLst>
                <a:gd name="T0" fmla="*/ 0 w 8"/>
                <a:gd name="T1" fmla="*/ 2 h 4"/>
                <a:gd name="T2" fmla="*/ 8 w 8"/>
                <a:gd name="T3" fmla="*/ 2 h 4"/>
                <a:gd name="T4" fmla="*/ 0 w 8"/>
                <a:gd name="T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4">
                  <a:moveTo>
                    <a:pt x="0" y="2"/>
                  </a:moveTo>
                  <a:cubicBezTo>
                    <a:pt x="2" y="4"/>
                    <a:pt x="5" y="4"/>
                    <a:pt x="8" y="2"/>
                  </a:cubicBezTo>
                  <a:cubicBezTo>
                    <a:pt x="4" y="1"/>
                    <a:pt x="4" y="0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4" name="Freeform 35"/>
            <p:cNvSpPr>
              <a:spLocks/>
            </p:cNvSpPr>
            <p:nvPr/>
          </p:nvSpPr>
          <p:spPr bwMode="auto">
            <a:xfrm>
              <a:off x="7122532" y="4490933"/>
              <a:ext cx="33389" cy="12521"/>
            </a:xfrm>
            <a:custGeom>
              <a:avLst/>
              <a:gdLst>
                <a:gd name="T0" fmla="*/ 6 w 10"/>
                <a:gd name="T1" fmla="*/ 4 h 4"/>
                <a:gd name="T2" fmla="*/ 10 w 10"/>
                <a:gd name="T3" fmla="*/ 4 h 4"/>
                <a:gd name="T4" fmla="*/ 10 w 10"/>
                <a:gd name="T5" fmla="*/ 1 h 4"/>
                <a:gd name="T6" fmla="*/ 0 w 10"/>
                <a:gd name="T7" fmla="*/ 2 h 4"/>
                <a:gd name="T8" fmla="*/ 6 w 10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4">
                  <a:moveTo>
                    <a:pt x="6" y="4"/>
                  </a:moveTo>
                  <a:cubicBezTo>
                    <a:pt x="7" y="4"/>
                    <a:pt x="6" y="4"/>
                    <a:pt x="10" y="4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6" y="0"/>
                    <a:pt x="4" y="1"/>
                    <a:pt x="0" y="2"/>
                  </a:cubicBezTo>
                  <a:cubicBezTo>
                    <a:pt x="1" y="3"/>
                    <a:pt x="3" y="4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5" name="Freeform 36"/>
            <p:cNvSpPr>
              <a:spLocks/>
            </p:cNvSpPr>
            <p:nvPr/>
          </p:nvSpPr>
          <p:spPr bwMode="auto">
            <a:xfrm>
              <a:off x="6763598" y="4481194"/>
              <a:ext cx="862555" cy="648322"/>
            </a:xfrm>
            <a:custGeom>
              <a:avLst/>
              <a:gdLst>
                <a:gd name="T0" fmla="*/ 242 w 262"/>
                <a:gd name="T1" fmla="*/ 78 h 197"/>
                <a:gd name="T2" fmla="*/ 231 w 262"/>
                <a:gd name="T3" fmla="*/ 65 h 197"/>
                <a:gd name="T4" fmla="*/ 210 w 262"/>
                <a:gd name="T5" fmla="*/ 39 h 197"/>
                <a:gd name="T6" fmla="*/ 198 w 262"/>
                <a:gd name="T7" fmla="*/ 24 h 197"/>
                <a:gd name="T8" fmla="*/ 190 w 262"/>
                <a:gd name="T9" fmla="*/ 0 h 197"/>
                <a:gd name="T10" fmla="*/ 183 w 262"/>
                <a:gd name="T11" fmla="*/ 28 h 197"/>
                <a:gd name="T12" fmla="*/ 166 w 262"/>
                <a:gd name="T13" fmla="*/ 40 h 197"/>
                <a:gd name="T14" fmla="*/ 149 w 262"/>
                <a:gd name="T15" fmla="*/ 30 h 197"/>
                <a:gd name="T16" fmla="*/ 147 w 262"/>
                <a:gd name="T17" fmla="*/ 17 h 197"/>
                <a:gd name="T18" fmla="*/ 148 w 262"/>
                <a:gd name="T19" fmla="*/ 8 h 197"/>
                <a:gd name="T20" fmla="*/ 121 w 262"/>
                <a:gd name="T21" fmla="*/ 4 h 197"/>
                <a:gd name="T22" fmla="*/ 121 w 262"/>
                <a:gd name="T23" fmla="*/ 10 h 197"/>
                <a:gd name="T24" fmla="*/ 105 w 262"/>
                <a:gd name="T25" fmla="*/ 24 h 197"/>
                <a:gd name="T26" fmla="*/ 101 w 262"/>
                <a:gd name="T27" fmla="*/ 27 h 197"/>
                <a:gd name="T28" fmla="*/ 89 w 262"/>
                <a:gd name="T29" fmla="*/ 21 h 197"/>
                <a:gd name="T30" fmla="*/ 72 w 262"/>
                <a:gd name="T31" fmla="*/ 38 h 197"/>
                <a:gd name="T32" fmla="*/ 65 w 262"/>
                <a:gd name="T33" fmla="*/ 44 h 197"/>
                <a:gd name="T34" fmla="*/ 59 w 262"/>
                <a:gd name="T35" fmla="*/ 45 h 197"/>
                <a:gd name="T36" fmla="*/ 32 w 262"/>
                <a:gd name="T37" fmla="*/ 64 h 197"/>
                <a:gd name="T38" fmla="*/ 5 w 262"/>
                <a:gd name="T39" fmla="*/ 77 h 197"/>
                <a:gd name="T40" fmla="*/ 3 w 262"/>
                <a:gd name="T41" fmla="*/ 77 h 197"/>
                <a:gd name="T42" fmla="*/ 5 w 262"/>
                <a:gd name="T43" fmla="*/ 102 h 197"/>
                <a:gd name="T44" fmla="*/ 3 w 262"/>
                <a:gd name="T45" fmla="*/ 102 h 197"/>
                <a:gd name="T46" fmla="*/ 6 w 262"/>
                <a:gd name="T47" fmla="*/ 113 h 197"/>
                <a:gd name="T48" fmla="*/ 17 w 262"/>
                <a:gd name="T49" fmla="*/ 149 h 197"/>
                <a:gd name="T50" fmla="*/ 26 w 262"/>
                <a:gd name="T51" fmla="*/ 167 h 197"/>
                <a:gd name="T52" fmla="*/ 54 w 262"/>
                <a:gd name="T53" fmla="*/ 160 h 197"/>
                <a:gd name="T54" fmla="*/ 95 w 262"/>
                <a:gd name="T55" fmla="*/ 147 h 197"/>
                <a:gd name="T56" fmla="*/ 134 w 262"/>
                <a:gd name="T57" fmla="*/ 149 h 197"/>
                <a:gd name="T58" fmla="*/ 145 w 262"/>
                <a:gd name="T59" fmla="*/ 166 h 197"/>
                <a:gd name="T60" fmla="*/ 153 w 262"/>
                <a:gd name="T61" fmla="*/ 167 h 197"/>
                <a:gd name="T62" fmla="*/ 160 w 262"/>
                <a:gd name="T63" fmla="*/ 164 h 197"/>
                <a:gd name="T64" fmla="*/ 163 w 262"/>
                <a:gd name="T65" fmla="*/ 166 h 197"/>
                <a:gd name="T66" fmla="*/ 164 w 262"/>
                <a:gd name="T67" fmla="*/ 171 h 197"/>
                <a:gd name="T68" fmla="*/ 169 w 262"/>
                <a:gd name="T69" fmla="*/ 171 h 197"/>
                <a:gd name="T70" fmla="*/ 196 w 262"/>
                <a:gd name="T71" fmla="*/ 195 h 197"/>
                <a:gd name="T72" fmla="*/ 216 w 262"/>
                <a:gd name="T73" fmla="*/ 197 h 197"/>
                <a:gd name="T74" fmla="*/ 239 w 262"/>
                <a:gd name="T75" fmla="*/ 181 h 197"/>
                <a:gd name="T76" fmla="*/ 257 w 262"/>
                <a:gd name="T77" fmla="*/ 145 h 197"/>
                <a:gd name="T78" fmla="*/ 259 w 262"/>
                <a:gd name="T79" fmla="*/ 134 h 197"/>
                <a:gd name="T80" fmla="*/ 255 w 262"/>
                <a:gd name="T81" fmla="*/ 9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2" h="197">
                  <a:moveTo>
                    <a:pt x="255" y="95"/>
                  </a:moveTo>
                  <a:cubicBezTo>
                    <a:pt x="251" y="91"/>
                    <a:pt x="242" y="87"/>
                    <a:pt x="242" y="78"/>
                  </a:cubicBezTo>
                  <a:cubicBezTo>
                    <a:pt x="239" y="78"/>
                    <a:pt x="236" y="78"/>
                    <a:pt x="235" y="75"/>
                  </a:cubicBezTo>
                  <a:cubicBezTo>
                    <a:pt x="234" y="72"/>
                    <a:pt x="233" y="67"/>
                    <a:pt x="231" y="65"/>
                  </a:cubicBezTo>
                  <a:cubicBezTo>
                    <a:pt x="227" y="61"/>
                    <a:pt x="217" y="59"/>
                    <a:pt x="215" y="53"/>
                  </a:cubicBezTo>
                  <a:cubicBezTo>
                    <a:pt x="214" y="48"/>
                    <a:pt x="212" y="45"/>
                    <a:pt x="210" y="39"/>
                  </a:cubicBezTo>
                  <a:cubicBezTo>
                    <a:pt x="209" y="35"/>
                    <a:pt x="209" y="28"/>
                    <a:pt x="206" y="26"/>
                  </a:cubicBezTo>
                  <a:cubicBezTo>
                    <a:pt x="205" y="26"/>
                    <a:pt x="201" y="24"/>
                    <a:pt x="198" y="24"/>
                  </a:cubicBezTo>
                  <a:cubicBezTo>
                    <a:pt x="196" y="22"/>
                    <a:pt x="197" y="18"/>
                    <a:pt x="196" y="14"/>
                  </a:cubicBezTo>
                  <a:cubicBezTo>
                    <a:pt x="195" y="10"/>
                    <a:pt x="191" y="6"/>
                    <a:pt x="190" y="0"/>
                  </a:cubicBezTo>
                  <a:cubicBezTo>
                    <a:pt x="186" y="2"/>
                    <a:pt x="187" y="5"/>
                    <a:pt x="183" y="8"/>
                  </a:cubicBezTo>
                  <a:cubicBezTo>
                    <a:pt x="183" y="28"/>
                    <a:pt x="183" y="28"/>
                    <a:pt x="183" y="28"/>
                  </a:cubicBezTo>
                  <a:cubicBezTo>
                    <a:pt x="183" y="33"/>
                    <a:pt x="181" y="47"/>
                    <a:pt x="174" y="47"/>
                  </a:cubicBezTo>
                  <a:cubicBezTo>
                    <a:pt x="170" y="47"/>
                    <a:pt x="169" y="42"/>
                    <a:pt x="166" y="40"/>
                  </a:cubicBezTo>
                  <a:cubicBezTo>
                    <a:pt x="161" y="38"/>
                    <a:pt x="157" y="37"/>
                    <a:pt x="151" y="35"/>
                  </a:cubicBezTo>
                  <a:cubicBezTo>
                    <a:pt x="150" y="35"/>
                    <a:pt x="150" y="31"/>
                    <a:pt x="149" y="30"/>
                  </a:cubicBezTo>
                  <a:cubicBezTo>
                    <a:pt x="148" y="29"/>
                    <a:pt x="145" y="30"/>
                    <a:pt x="145" y="28"/>
                  </a:cubicBezTo>
                  <a:cubicBezTo>
                    <a:pt x="147" y="17"/>
                    <a:pt x="147" y="17"/>
                    <a:pt x="147" y="17"/>
                  </a:cubicBezTo>
                  <a:cubicBezTo>
                    <a:pt x="149" y="15"/>
                    <a:pt x="153" y="15"/>
                    <a:pt x="153" y="12"/>
                  </a:cubicBezTo>
                  <a:cubicBezTo>
                    <a:pt x="153" y="10"/>
                    <a:pt x="149" y="8"/>
                    <a:pt x="148" y="8"/>
                  </a:cubicBezTo>
                  <a:cubicBezTo>
                    <a:pt x="146" y="8"/>
                    <a:pt x="145" y="10"/>
                    <a:pt x="142" y="10"/>
                  </a:cubicBezTo>
                  <a:cubicBezTo>
                    <a:pt x="134" y="10"/>
                    <a:pt x="129" y="7"/>
                    <a:pt x="121" y="4"/>
                  </a:cubicBezTo>
                  <a:cubicBezTo>
                    <a:pt x="122" y="6"/>
                    <a:pt x="124" y="7"/>
                    <a:pt x="125" y="9"/>
                  </a:cubicBezTo>
                  <a:cubicBezTo>
                    <a:pt x="125" y="9"/>
                    <a:pt x="123" y="10"/>
                    <a:pt x="121" y="10"/>
                  </a:cubicBezTo>
                  <a:cubicBezTo>
                    <a:pt x="117" y="10"/>
                    <a:pt x="108" y="12"/>
                    <a:pt x="108" y="16"/>
                  </a:cubicBezTo>
                  <a:cubicBezTo>
                    <a:pt x="108" y="19"/>
                    <a:pt x="105" y="20"/>
                    <a:pt x="105" y="24"/>
                  </a:cubicBezTo>
                  <a:cubicBezTo>
                    <a:pt x="105" y="26"/>
                    <a:pt x="106" y="27"/>
                    <a:pt x="104" y="29"/>
                  </a:cubicBezTo>
                  <a:cubicBezTo>
                    <a:pt x="104" y="29"/>
                    <a:pt x="102" y="27"/>
                    <a:pt x="101" y="27"/>
                  </a:cubicBezTo>
                  <a:cubicBezTo>
                    <a:pt x="99" y="27"/>
                    <a:pt x="97" y="28"/>
                    <a:pt x="96" y="30"/>
                  </a:cubicBezTo>
                  <a:cubicBezTo>
                    <a:pt x="95" y="26"/>
                    <a:pt x="93" y="21"/>
                    <a:pt x="89" y="21"/>
                  </a:cubicBezTo>
                  <a:cubicBezTo>
                    <a:pt x="84" y="21"/>
                    <a:pt x="83" y="26"/>
                    <a:pt x="77" y="26"/>
                  </a:cubicBezTo>
                  <a:cubicBezTo>
                    <a:pt x="77" y="31"/>
                    <a:pt x="72" y="32"/>
                    <a:pt x="72" y="38"/>
                  </a:cubicBezTo>
                  <a:cubicBezTo>
                    <a:pt x="70" y="38"/>
                    <a:pt x="69" y="37"/>
                    <a:pt x="67" y="36"/>
                  </a:cubicBezTo>
                  <a:cubicBezTo>
                    <a:pt x="66" y="39"/>
                    <a:pt x="67" y="42"/>
                    <a:pt x="65" y="44"/>
                  </a:cubicBezTo>
                  <a:cubicBezTo>
                    <a:pt x="64" y="42"/>
                    <a:pt x="63" y="41"/>
                    <a:pt x="62" y="39"/>
                  </a:cubicBezTo>
                  <a:cubicBezTo>
                    <a:pt x="59" y="40"/>
                    <a:pt x="59" y="43"/>
                    <a:pt x="59" y="45"/>
                  </a:cubicBezTo>
                  <a:cubicBezTo>
                    <a:pt x="59" y="46"/>
                    <a:pt x="59" y="48"/>
                    <a:pt x="59" y="49"/>
                  </a:cubicBezTo>
                  <a:cubicBezTo>
                    <a:pt x="59" y="57"/>
                    <a:pt x="40" y="63"/>
                    <a:pt x="32" y="64"/>
                  </a:cubicBezTo>
                  <a:cubicBezTo>
                    <a:pt x="28" y="65"/>
                    <a:pt x="19" y="65"/>
                    <a:pt x="17" y="68"/>
                  </a:cubicBezTo>
                  <a:cubicBezTo>
                    <a:pt x="14" y="71"/>
                    <a:pt x="9" y="76"/>
                    <a:pt x="5" y="77"/>
                  </a:cubicBezTo>
                  <a:cubicBezTo>
                    <a:pt x="5" y="76"/>
                    <a:pt x="5" y="75"/>
                    <a:pt x="5" y="75"/>
                  </a:cubicBezTo>
                  <a:cubicBezTo>
                    <a:pt x="4" y="75"/>
                    <a:pt x="3" y="75"/>
                    <a:pt x="3" y="77"/>
                  </a:cubicBezTo>
                  <a:cubicBezTo>
                    <a:pt x="3" y="83"/>
                    <a:pt x="3" y="84"/>
                    <a:pt x="3" y="90"/>
                  </a:cubicBezTo>
                  <a:cubicBezTo>
                    <a:pt x="3" y="96"/>
                    <a:pt x="5" y="99"/>
                    <a:pt x="5" y="102"/>
                  </a:cubicBezTo>
                  <a:cubicBezTo>
                    <a:pt x="5" y="103"/>
                    <a:pt x="5" y="104"/>
                    <a:pt x="5" y="105"/>
                  </a:cubicBezTo>
                  <a:cubicBezTo>
                    <a:pt x="4" y="104"/>
                    <a:pt x="3" y="103"/>
                    <a:pt x="3" y="102"/>
                  </a:cubicBezTo>
                  <a:cubicBezTo>
                    <a:pt x="2" y="103"/>
                    <a:pt x="2" y="104"/>
                    <a:pt x="1" y="105"/>
                  </a:cubicBezTo>
                  <a:cubicBezTo>
                    <a:pt x="0" y="109"/>
                    <a:pt x="5" y="110"/>
                    <a:pt x="6" y="113"/>
                  </a:cubicBezTo>
                  <a:cubicBezTo>
                    <a:pt x="9" y="122"/>
                    <a:pt x="9" y="125"/>
                    <a:pt x="12" y="135"/>
                  </a:cubicBezTo>
                  <a:cubicBezTo>
                    <a:pt x="13" y="139"/>
                    <a:pt x="17" y="143"/>
                    <a:pt x="17" y="149"/>
                  </a:cubicBezTo>
                  <a:cubicBezTo>
                    <a:pt x="17" y="155"/>
                    <a:pt x="11" y="156"/>
                    <a:pt x="11" y="160"/>
                  </a:cubicBezTo>
                  <a:cubicBezTo>
                    <a:pt x="11" y="163"/>
                    <a:pt x="22" y="167"/>
                    <a:pt x="26" y="167"/>
                  </a:cubicBezTo>
                  <a:cubicBezTo>
                    <a:pt x="36" y="167"/>
                    <a:pt x="40" y="160"/>
                    <a:pt x="48" y="160"/>
                  </a:cubicBezTo>
                  <a:cubicBezTo>
                    <a:pt x="50" y="160"/>
                    <a:pt x="50" y="158"/>
                    <a:pt x="54" y="160"/>
                  </a:cubicBezTo>
                  <a:cubicBezTo>
                    <a:pt x="59" y="160"/>
                    <a:pt x="63" y="159"/>
                    <a:pt x="68" y="158"/>
                  </a:cubicBezTo>
                  <a:cubicBezTo>
                    <a:pt x="69" y="147"/>
                    <a:pt x="84" y="151"/>
                    <a:pt x="95" y="147"/>
                  </a:cubicBezTo>
                  <a:cubicBezTo>
                    <a:pt x="100" y="145"/>
                    <a:pt x="102" y="142"/>
                    <a:pt x="110" y="142"/>
                  </a:cubicBezTo>
                  <a:cubicBezTo>
                    <a:pt x="117" y="142"/>
                    <a:pt x="131" y="144"/>
                    <a:pt x="134" y="149"/>
                  </a:cubicBezTo>
                  <a:cubicBezTo>
                    <a:pt x="136" y="151"/>
                    <a:pt x="141" y="162"/>
                    <a:pt x="143" y="162"/>
                  </a:cubicBezTo>
                  <a:cubicBezTo>
                    <a:pt x="143" y="162"/>
                    <a:pt x="142" y="166"/>
                    <a:pt x="145" y="166"/>
                  </a:cubicBezTo>
                  <a:cubicBezTo>
                    <a:pt x="149" y="166"/>
                    <a:pt x="155" y="155"/>
                    <a:pt x="159" y="150"/>
                  </a:cubicBezTo>
                  <a:cubicBezTo>
                    <a:pt x="159" y="154"/>
                    <a:pt x="158" y="166"/>
                    <a:pt x="153" y="167"/>
                  </a:cubicBezTo>
                  <a:cubicBezTo>
                    <a:pt x="153" y="168"/>
                    <a:pt x="154" y="169"/>
                    <a:pt x="155" y="169"/>
                  </a:cubicBezTo>
                  <a:cubicBezTo>
                    <a:pt x="158" y="169"/>
                    <a:pt x="158" y="165"/>
                    <a:pt x="160" y="164"/>
                  </a:cubicBezTo>
                  <a:cubicBezTo>
                    <a:pt x="160" y="163"/>
                    <a:pt x="161" y="162"/>
                    <a:pt x="161" y="162"/>
                  </a:cubicBezTo>
                  <a:cubicBezTo>
                    <a:pt x="162" y="163"/>
                    <a:pt x="163" y="163"/>
                    <a:pt x="163" y="166"/>
                  </a:cubicBezTo>
                  <a:cubicBezTo>
                    <a:pt x="163" y="168"/>
                    <a:pt x="162" y="171"/>
                    <a:pt x="162" y="171"/>
                  </a:cubicBezTo>
                  <a:cubicBezTo>
                    <a:pt x="164" y="171"/>
                    <a:pt x="164" y="171"/>
                    <a:pt x="164" y="171"/>
                  </a:cubicBezTo>
                  <a:cubicBezTo>
                    <a:pt x="166" y="171"/>
                    <a:pt x="167" y="170"/>
                    <a:pt x="169" y="170"/>
                  </a:cubicBezTo>
                  <a:cubicBezTo>
                    <a:pt x="169" y="170"/>
                    <a:pt x="169" y="171"/>
                    <a:pt x="169" y="171"/>
                  </a:cubicBezTo>
                  <a:cubicBezTo>
                    <a:pt x="169" y="174"/>
                    <a:pt x="172" y="176"/>
                    <a:pt x="172" y="180"/>
                  </a:cubicBezTo>
                  <a:cubicBezTo>
                    <a:pt x="172" y="189"/>
                    <a:pt x="187" y="195"/>
                    <a:pt x="196" y="195"/>
                  </a:cubicBezTo>
                  <a:cubicBezTo>
                    <a:pt x="201" y="195"/>
                    <a:pt x="199" y="191"/>
                    <a:pt x="205" y="190"/>
                  </a:cubicBezTo>
                  <a:cubicBezTo>
                    <a:pt x="205" y="191"/>
                    <a:pt x="214" y="197"/>
                    <a:pt x="216" y="197"/>
                  </a:cubicBezTo>
                  <a:cubicBezTo>
                    <a:pt x="218" y="186"/>
                    <a:pt x="235" y="191"/>
                    <a:pt x="239" y="180"/>
                  </a:cubicBezTo>
                  <a:cubicBezTo>
                    <a:pt x="239" y="181"/>
                    <a:pt x="239" y="181"/>
                    <a:pt x="239" y="181"/>
                  </a:cubicBezTo>
                  <a:cubicBezTo>
                    <a:pt x="239" y="173"/>
                    <a:pt x="244" y="166"/>
                    <a:pt x="246" y="160"/>
                  </a:cubicBezTo>
                  <a:cubicBezTo>
                    <a:pt x="248" y="153"/>
                    <a:pt x="253" y="151"/>
                    <a:pt x="257" y="145"/>
                  </a:cubicBezTo>
                  <a:cubicBezTo>
                    <a:pt x="258" y="143"/>
                    <a:pt x="255" y="142"/>
                    <a:pt x="259" y="140"/>
                  </a:cubicBezTo>
                  <a:cubicBezTo>
                    <a:pt x="259" y="134"/>
                    <a:pt x="259" y="134"/>
                    <a:pt x="259" y="134"/>
                  </a:cubicBezTo>
                  <a:cubicBezTo>
                    <a:pt x="259" y="132"/>
                    <a:pt x="262" y="125"/>
                    <a:pt x="262" y="120"/>
                  </a:cubicBezTo>
                  <a:cubicBezTo>
                    <a:pt x="262" y="113"/>
                    <a:pt x="259" y="101"/>
                    <a:pt x="255" y="96"/>
                  </a:cubicBezTo>
                  <a:lnTo>
                    <a:pt x="255" y="95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6" name="Freeform 37"/>
            <p:cNvSpPr>
              <a:spLocks/>
            </p:cNvSpPr>
            <p:nvPr/>
          </p:nvSpPr>
          <p:spPr bwMode="auto">
            <a:xfrm>
              <a:off x="6955586" y="4038776"/>
              <a:ext cx="94603" cy="89040"/>
            </a:xfrm>
            <a:custGeom>
              <a:avLst/>
              <a:gdLst>
                <a:gd name="T0" fmla="*/ 21 w 29"/>
                <a:gd name="T1" fmla="*/ 0 h 27"/>
                <a:gd name="T2" fmla="*/ 20 w 29"/>
                <a:gd name="T3" fmla="*/ 5 h 27"/>
                <a:gd name="T4" fmla="*/ 16 w 29"/>
                <a:gd name="T5" fmla="*/ 8 h 27"/>
                <a:gd name="T6" fmla="*/ 14 w 29"/>
                <a:gd name="T7" fmla="*/ 10 h 27"/>
                <a:gd name="T8" fmla="*/ 13 w 29"/>
                <a:gd name="T9" fmla="*/ 10 h 27"/>
                <a:gd name="T10" fmla="*/ 9 w 29"/>
                <a:gd name="T11" fmla="*/ 7 h 27"/>
                <a:gd name="T12" fmla="*/ 2 w 29"/>
                <a:gd name="T13" fmla="*/ 11 h 27"/>
                <a:gd name="T14" fmla="*/ 1 w 29"/>
                <a:gd name="T15" fmla="*/ 16 h 27"/>
                <a:gd name="T16" fmla="*/ 2 w 29"/>
                <a:gd name="T17" fmla="*/ 18 h 27"/>
                <a:gd name="T18" fmla="*/ 1 w 29"/>
                <a:gd name="T19" fmla="*/ 23 h 27"/>
                <a:gd name="T20" fmla="*/ 6 w 29"/>
                <a:gd name="T21" fmla="*/ 15 h 27"/>
                <a:gd name="T22" fmla="*/ 8 w 29"/>
                <a:gd name="T23" fmla="*/ 16 h 27"/>
                <a:gd name="T24" fmla="*/ 8 w 29"/>
                <a:gd name="T25" fmla="*/ 15 h 27"/>
                <a:gd name="T26" fmla="*/ 10 w 29"/>
                <a:gd name="T27" fmla="*/ 16 h 27"/>
                <a:gd name="T28" fmla="*/ 10 w 29"/>
                <a:gd name="T29" fmla="*/ 15 h 27"/>
                <a:gd name="T30" fmla="*/ 13 w 29"/>
                <a:gd name="T31" fmla="*/ 15 h 27"/>
                <a:gd name="T32" fmla="*/ 14 w 29"/>
                <a:gd name="T33" fmla="*/ 17 h 27"/>
                <a:gd name="T34" fmla="*/ 13 w 29"/>
                <a:gd name="T35" fmla="*/ 19 h 27"/>
                <a:gd name="T36" fmla="*/ 18 w 29"/>
                <a:gd name="T37" fmla="*/ 26 h 27"/>
                <a:gd name="T38" fmla="*/ 20 w 29"/>
                <a:gd name="T39" fmla="*/ 26 h 27"/>
                <a:gd name="T40" fmla="*/ 21 w 29"/>
                <a:gd name="T41" fmla="*/ 27 h 27"/>
                <a:gd name="T42" fmla="*/ 24 w 29"/>
                <a:gd name="T43" fmla="*/ 25 h 27"/>
                <a:gd name="T44" fmla="*/ 21 w 29"/>
                <a:gd name="T45" fmla="*/ 21 h 27"/>
                <a:gd name="T46" fmla="*/ 23 w 29"/>
                <a:gd name="T47" fmla="*/ 18 h 27"/>
                <a:gd name="T48" fmla="*/ 24 w 29"/>
                <a:gd name="T49" fmla="*/ 19 h 27"/>
                <a:gd name="T50" fmla="*/ 24 w 29"/>
                <a:gd name="T51" fmla="*/ 19 h 27"/>
                <a:gd name="T52" fmla="*/ 27 w 29"/>
                <a:gd name="T53" fmla="*/ 24 h 27"/>
                <a:gd name="T54" fmla="*/ 29 w 29"/>
                <a:gd name="T55" fmla="*/ 17 h 27"/>
                <a:gd name="T56" fmla="*/ 24 w 29"/>
                <a:gd name="T57" fmla="*/ 2 h 27"/>
                <a:gd name="T58" fmla="*/ 21 w 29"/>
                <a:gd name="T5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" h="27">
                  <a:moveTo>
                    <a:pt x="21" y="0"/>
                  </a:moveTo>
                  <a:cubicBezTo>
                    <a:pt x="21" y="1"/>
                    <a:pt x="21" y="3"/>
                    <a:pt x="20" y="5"/>
                  </a:cubicBezTo>
                  <a:cubicBezTo>
                    <a:pt x="20" y="6"/>
                    <a:pt x="16" y="5"/>
                    <a:pt x="16" y="8"/>
                  </a:cubicBezTo>
                  <a:cubicBezTo>
                    <a:pt x="15" y="8"/>
                    <a:pt x="14" y="9"/>
                    <a:pt x="14" y="10"/>
                  </a:cubicBezTo>
                  <a:cubicBezTo>
                    <a:pt x="14" y="10"/>
                    <a:pt x="13" y="10"/>
                    <a:pt x="13" y="10"/>
                  </a:cubicBezTo>
                  <a:cubicBezTo>
                    <a:pt x="11" y="10"/>
                    <a:pt x="12" y="7"/>
                    <a:pt x="9" y="7"/>
                  </a:cubicBezTo>
                  <a:cubicBezTo>
                    <a:pt x="5" y="7"/>
                    <a:pt x="6" y="11"/>
                    <a:pt x="2" y="11"/>
                  </a:cubicBezTo>
                  <a:cubicBezTo>
                    <a:pt x="2" y="13"/>
                    <a:pt x="1" y="14"/>
                    <a:pt x="1" y="16"/>
                  </a:cubicBezTo>
                  <a:cubicBezTo>
                    <a:pt x="1" y="17"/>
                    <a:pt x="2" y="18"/>
                    <a:pt x="2" y="18"/>
                  </a:cubicBezTo>
                  <a:cubicBezTo>
                    <a:pt x="2" y="19"/>
                    <a:pt x="0" y="23"/>
                    <a:pt x="1" y="23"/>
                  </a:cubicBezTo>
                  <a:cubicBezTo>
                    <a:pt x="4" y="23"/>
                    <a:pt x="3" y="16"/>
                    <a:pt x="6" y="15"/>
                  </a:cubicBezTo>
                  <a:cubicBezTo>
                    <a:pt x="6" y="15"/>
                    <a:pt x="7" y="16"/>
                    <a:pt x="8" y="16"/>
                  </a:cubicBezTo>
                  <a:cubicBezTo>
                    <a:pt x="8" y="16"/>
                    <a:pt x="8" y="15"/>
                    <a:pt x="8" y="15"/>
                  </a:cubicBezTo>
                  <a:cubicBezTo>
                    <a:pt x="9" y="16"/>
                    <a:pt x="9" y="16"/>
                    <a:pt x="10" y="16"/>
                  </a:cubicBezTo>
                  <a:cubicBezTo>
                    <a:pt x="10" y="16"/>
                    <a:pt x="10" y="15"/>
                    <a:pt x="10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4" y="16"/>
                    <a:pt x="14" y="17"/>
                  </a:cubicBezTo>
                  <a:cubicBezTo>
                    <a:pt x="13" y="17"/>
                    <a:pt x="13" y="18"/>
                    <a:pt x="13" y="19"/>
                  </a:cubicBezTo>
                  <a:cubicBezTo>
                    <a:pt x="13" y="23"/>
                    <a:pt x="15" y="26"/>
                    <a:pt x="18" y="26"/>
                  </a:cubicBezTo>
                  <a:cubicBezTo>
                    <a:pt x="19" y="26"/>
                    <a:pt x="20" y="26"/>
                    <a:pt x="20" y="26"/>
                  </a:cubicBezTo>
                  <a:cubicBezTo>
                    <a:pt x="20" y="26"/>
                    <a:pt x="21" y="27"/>
                    <a:pt x="21" y="27"/>
                  </a:cubicBezTo>
                  <a:cubicBezTo>
                    <a:pt x="23" y="27"/>
                    <a:pt x="24" y="26"/>
                    <a:pt x="24" y="25"/>
                  </a:cubicBezTo>
                  <a:cubicBezTo>
                    <a:pt x="24" y="23"/>
                    <a:pt x="21" y="22"/>
                    <a:pt x="21" y="21"/>
                  </a:cubicBezTo>
                  <a:cubicBezTo>
                    <a:pt x="21" y="19"/>
                    <a:pt x="22" y="19"/>
                    <a:pt x="23" y="18"/>
                  </a:cubicBezTo>
                  <a:cubicBezTo>
                    <a:pt x="23" y="18"/>
                    <a:pt x="24" y="19"/>
                    <a:pt x="24" y="19"/>
                  </a:cubicBezTo>
                  <a:cubicBezTo>
                    <a:pt x="24" y="19"/>
                    <a:pt x="24" y="19"/>
                    <a:pt x="24" y="19"/>
                  </a:cubicBezTo>
                  <a:cubicBezTo>
                    <a:pt x="25" y="20"/>
                    <a:pt x="26" y="23"/>
                    <a:pt x="27" y="24"/>
                  </a:cubicBezTo>
                  <a:cubicBezTo>
                    <a:pt x="27" y="20"/>
                    <a:pt x="29" y="19"/>
                    <a:pt x="29" y="17"/>
                  </a:cubicBezTo>
                  <a:cubicBezTo>
                    <a:pt x="29" y="15"/>
                    <a:pt x="26" y="3"/>
                    <a:pt x="24" y="2"/>
                  </a:cubicBezTo>
                  <a:cubicBezTo>
                    <a:pt x="24" y="1"/>
                    <a:pt x="23" y="0"/>
                    <a:pt x="2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7" name="Freeform 38"/>
            <p:cNvSpPr>
              <a:spLocks/>
            </p:cNvSpPr>
            <p:nvPr/>
          </p:nvSpPr>
          <p:spPr bwMode="auto">
            <a:xfrm>
              <a:off x="6866548" y="4016516"/>
              <a:ext cx="45910" cy="48694"/>
            </a:xfrm>
            <a:custGeom>
              <a:avLst/>
              <a:gdLst>
                <a:gd name="T0" fmla="*/ 0 w 14"/>
                <a:gd name="T1" fmla="*/ 15 h 15"/>
                <a:gd name="T2" fmla="*/ 1 w 14"/>
                <a:gd name="T3" fmla="*/ 15 h 15"/>
                <a:gd name="T4" fmla="*/ 9 w 14"/>
                <a:gd name="T5" fmla="*/ 6 h 15"/>
                <a:gd name="T6" fmla="*/ 12 w 14"/>
                <a:gd name="T7" fmla="*/ 4 h 15"/>
                <a:gd name="T8" fmla="*/ 14 w 14"/>
                <a:gd name="T9" fmla="*/ 3 h 15"/>
                <a:gd name="T10" fmla="*/ 12 w 14"/>
                <a:gd name="T11" fmla="*/ 0 h 15"/>
                <a:gd name="T12" fmla="*/ 11 w 14"/>
                <a:gd name="T13" fmla="*/ 2 h 15"/>
                <a:gd name="T14" fmla="*/ 0 w 14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5">
                  <a:moveTo>
                    <a:pt x="0" y="15"/>
                  </a:moveTo>
                  <a:cubicBezTo>
                    <a:pt x="1" y="15"/>
                    <a:pt x="1" y="15"/>
                    <a:pt x="1" y="15"/>
                  </a:cubicBezTo>
                  <a:cubicBezTo>
                    <a:pt x="4" y="13"/>
                    <a:pt x="8" y="11"/>
                    <a:pt x="9" y="6"/>
                  </a:cubicBezTo>
                  <a:cubicBezTo>
                    <a:pt x="10" y="6"/>
                    <a:pt x="12" y="6"/>
                    <a:pt x="12" y="4"/>
                  </a:cubicBezTo>
                  <a:cubicBezTo>
                    <a:pt x="13" y="4"/>
                    <a:pt x="13" y="4"/>
                    <a:pt x="14" y="3"/>
                  </a:cubicBezTo>
                  <a:cubicBezTo>
                    <a:pt x="13" y="2"/>
                    <a:pt x="12" y="2"/>
                    <a:pt x="12" y="0"/>
                  </a:cubicBezTo>
                  <a:cubicBezTo>
                    <a:pt x="12" y="0"/>
                    <a:pt x="12" y="1"/>
                    <a:pt x="11" y="2"/>
                  </a:cubicBezTo>
                  <a:cubicBezTo>
                    <a:pt x="9" y="7"/>
                    <a:pt x="2" y="9"/>
                    <a:pt x="0" y="1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8" name="Freeform 39"/>
            <p:cNvSpPr>
              <a:spLocks/>
            </p:cNvSpPr>
            <p:nvPr/>
          </p:nvSpPr>
          <p:spPr bwMode="auto">
            <a:xfrm>
              <a:off x="6902720" y="3852349"/>
              <a:ext cx="91820" cy="130777"/>
            </a:xfrm>
            <a:custGeom>
              <a:avLst/>
              <a:gdLst>
                <a:gd name="T0" fmla="*/ 0 w 28"/>
                <a:gd name="T1" fmla="*/ 23 h 40"/>
                <a:gd name="T2" fmla="*/ 5 w 28"/>
                <a:gd name="T3" fmla="*/ 27 h 40"/>
                <a:gd name="T4" fmla="*/ 6 w 28"/>
                <a:gd name="T5" fmla="*/ 26 h 40"/>
                <a:gd name="T6" fmla="*/ 7 w 28"/>
                <a:gd name="T7" fmla="*/ 26 h 40"/>
                <a:gd name="T8" fmla="*/ 7 w 28"/>
                <a:gd name="T9" fmla="*/ 28 h 40"/>
                <a:gd name="T10" fmla="*/ 6 w 28"/>
                <a:gd name="T11" fmla="*/ 30 h 40"/>
                <a:gd name="T12" fmla="*/ 9 w 28"/>
                <a:gd name="T13" fmla="*/ 32 h 40"/>
                <a:gd name="T14" fmla="*/ 13 w 28"/>
                <a:gd name="T15" fmla="*/ 31 h 40"/>
                <a:gd name="T16" fmla="*/ 18 w 28"/>
                <a:gd name="T17" fmla="*/ 36 h 40"/>
                <a:gd name="T18" fmla="*/ 18 w 28"/>
                <a:gd name="T19" fmla="*/ 32 h 40"/>
                <a:gd name="T20" fmla="*/ 26 w 28"/>
                <a:gd name="T21" fmla="*/ 38 h 40"/>
                <a:gd name="T22" fmla="*/ 27 w 28"/>
                <a:gd name="T23" fmla="*/ 40 h 40"/>
                <a:gd name="T24" fmla="*/ 28 w 28"/>
                <a:gd name="T25" fmla="*/ 39 h 40"/>
                <a:gd name="T26" fmla="*/ 28 w 28"/>
                <a:gd name="T27" fmla="*/ 37 h 40"/>
                <a:gd name="T28" fmla="*/ 25 w 28"/>
                <a:gd name="T29" fmla="*/ 35 h 40"/>
                <a:gd name="T30" fmla="*/ 23 w 28"/>
                <a:gd name="T31" fmla="*/ 35 h 40"/>
                <a:gd name="T32" fmla="*/ 25 w 28"/>
                <a:gd name="T33" fmla="*/ 32 h 40"/>
                <a:gd name="T34" fmla="*/ 23 w 28"/>
                <a:gd name="T35" fmla="*/ 32 h 40"/>
                <a:gd name="T36" fmla="*/ 22 w 28"/>
                <a:gd name="T37" fmla="*/ 33 h 40"/>
                <a:gd name="T38" fmla="*/ 17 w 28"/>
                <a:gd name="T39" fmla="*/ 28 h 40"/>
                <a:gd name="T40" fmla="*/ 15 w 28"/>
                <a:gd name="T41" fmla="*/ 30 h 40"/>
                <a:gd name="T42" fmla="*/ 15 w 28"/>
                <a:gd name="T43" fmla="*/ 31 h 40"/>
                <a:gd name="T44" fmla="*/ 10 w 28"/>
                <a:gd name="T45" fmla="*/ 22 h 40"/>
                <a:gd name="T46" fmla="*/ 14 w 28"/>
                <a:gd name="T47" fmla="*/ 13 h 40"/>
                <a:gd name="T48" fmla="*/ 11 w 28"/>
                <a:gd name="T49" fmla="*/ 4 h 40"/>
                <a:gd name="T50" fmla="*/ 11 w 28"/>
                <a:gd name="T51" fmla="*/ 3 h 40"/>
                <a:gd name="T52" fmla="*/ 11 w 28"/>
                <a:gd name="T53" fmla="*/ 2 h 40"/>
                <a:gd name="T54" fmla="*/ 8 w 28"/>
                <a:gd name="T55" fmla="*/ 4 h 40"/>
                <a:gd name="T56" fmla="*/ 4 w 28"/>
                <a:gd name="T57" fmla="*/ 0 h 40"/>
                <a:gd name="T58" fmla="*/ 2 w 28"/>
                <a:gd name="T59" fmla="*/ 4 h 40"/>
                <a:gd name="T60" fmla="*/ 3 w 28"/>
                <a:gd name="T61" fmla="*/ 10 h 40"/>
                <a:gd name="T62" fmla="*/ 2 w 28"/>
                <a:gd name="T63" fmla="*/ 16 h 40"/>
                <a:gd name="T64" fmla="*/ 0 w 28"/>
                <a:gd name="T65" fmla="*/ 2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40">
                  <a:moveTo>
                    <a:pt x="0" y="23"/>
                  </a:moveTo>
                  <a:cubicBezTo>
                    <a:pt x="0" y="24"/>
                    <a:pt x="4" y="27"/>
                    <a:pt x="5" y="27"/>
                  </a:cubicBezTo>
                  <a:cubicBezTo>
                    <a:pt x="5" y="27"/>
                    <a:pt x="6" y="26"/>
                    <a:pt x="6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6" y="28"/>
                    <a:pt x="6" y="30"/>
                  </a:cubicBezTo>
                  <a:cubicBezTo>
                    <a:pt x="6" y="31"/>
                    <a:pt x="8" y="32"/>
                    <a:pt x="9" y="32"/>
                  </a:cubicBezTo>
                  <a:cubicBezTo>
                    <a:pt x="10" y="33"/>
                    <a:pt x="11" y="31"/>
                    <a:pt x="13" y="31"/>
                  </a:cubicBezTo>
                  <a:cubicBezTo>
                    <a:pt x="15" y="31"/>
                    <a:pt x="16" y="36"/>
                    <a:pt x="18" y="36"/>
                  </a:cubicBezTo>
                  <a:cubicBezTo>
                    <a:pt x="18" y="34"/>
                    <a:pt x="17" y="33"/>
                    <a:pt x="18" y="32"/>
                  </a:cubicBezTo>
                  <a:cubicBezTo>
                    <a:pt x="20" y="34"/>
                    <a:pt x="24" y="36"/>
                    <a:pt x="26" y="38"/>
                  </a:cubicBezTo>
                  <a:cubicBezTo>
                    <a:pt x="26" y="39"/>
                    <a:pt x="26" y="40"/>
                    <a:pt x="27" y="40"/>
                  </a:cubicBezTo>
                  <a:cubicBezTo>
                    <a:pt x="27" y="40"/>
                    <a:pt x="27" y="39"/>
                    <a:pt x="28" y="39"/>
                  </a:cubicBezTo>
                  <a:cubicBezTo>
                    <a:pt x="28" y="38"/>
                    <a:pt x="28" y="38"/>
                    <a:pt x="28" y="37"/>
                  </a:cubicBezTo>
                  <a:cubicBezTo>
                    <a:pt x="26" y="37"/>
                    <a:pt x="25" y="36"/>
                    <a:pt x="25" y="35"/>
                  </a:cubicBezTo>
                  <a:cubicBezTo>
                    <a:pt x="24" y="35"/>
                    <a:pt x="23" y="35"/>
                    <a:pt x="23" y="35"/>
                  </a:cubicBezTo>
                  <a:cubicBezTo>
                    <a:pt x="23" y="34"/>
                    <a:pt x="24" y="33"/>
                    <a:pt x="25" y="32"/>
                  </a:cubicBezTo>
                  <a:cubicBezTo>
                    <a:pt x="24" y="32"/>
                    <a:pt x="24" y="32"/>
                    <a:pt x="23" y="32"/>
                  </a:cubicBezTo>
                  <a:cubicBezTo>
                    <a:pt x="23" y="32"/>
                    <a:pt x="22" y="33"/>
                    <a:pt x="22" y="33"/>
                  </a:cubicBezTo>
                  <a:cubicBezTo>
                    <a:pt x="20" y="33"/>
                    <a:pt x="20" y="29"/>
                    <a:pt x="17" y="28"/>
                  </a:cubicBezTo>
                  <a:cubicBezTo>
                    <a:pt x="16" y="28"/>
                    <a:pt x="15" y="29"/>
                    <a:pt x="15" y="30"/>
                  </a:cubicBezTo>
                  <a:cubicBezTo>
                    <a:pt x="15" y="30"/>
                    <a:pt x="15" y="31"/>
                    <a:pt x="15" y="31"/>
                  </a:cubicBezTo>
                  <a:cubicBezTo>
                    <a:pt x="13" y="30"/>
                    <a:pt x="10" y="25"/>
                    <a:pt x="10" y="22"/>
                  </a:cubicBezTo>
                  <a:cubicBezTo>
                    <a:pt x="10" y="18"/>
                    <a:pt x="14" y="18"/>
                    <a:pt x="14" y="13"/>
                  </a:cubicBezTo>
                  <a:cubicBezTo>
                    <a:pt x="14" y="10"/>
                    <a:pt x="11" y="7"/>
                    <a:pt x="11" y="4"/>
                  </a:cubicBezTo>
                  <a:cubicBezTo>
                    <a:pt x="11" y="4"/>
                    <a:pt x="11" y="3"/>
                    <a:pt x="11" y="3"/>
                  </a:cubicBezTo>
                  <a:cubicBezTo>
                    <a:pt x="11" y="3"/>
                    <a:pt x="11" y="2"/>
                    <a:pt x="11" y="2"/>
                  </a:cubicBezTo>
                  <a:cubicBezTo>
                    <a:pt x="10" y="2"/>
                    <a:pt x="9" y="4"/>
                    <a:pt x="8" y="4"/>
                  </a:cubicBezTo>
                  <a:cubicBezTo>
                    <a:pt x="6" y="4"/>
                    <a:pt x="6" y="0"/>
                    <a:pt x="4" y="0"/>
                  </a:cubicBezTo>
                  <a:cubicBezTo>
                    <a:pt x="3" y="0"/>
                    <a:pt x="2" y="2"/>
                    <a:pt x="2" y="4"/>
                  </a:cubicBezTo>
                  <a:cubicBezTo>
                    <a:pt x="2" y="7"/>
                    <a:pt x="3" y="8"/>
                    <a:pt x="3" y="10"/>
                  </a:cubicBezTo>
                  <a:cubicBezTo>
                    <a:pt x="3" y="12"/>
                    <a:pt x="2" y="15"/>
                    <a:pt x="2" y="16"/>
                  </a:cubicBezTo>
                  <a:cubicBezTo>
                    <a:pt x="0" y="16"/>
                    <a:pt x="0" y="20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69" name="Freeform 40"/>
            <p:cNvSpPr>
              <a:spLocks/>
            </p:cNvSpPr>
            <p:nvPr/>
          </p:nvSpPr>
          <p:spPr bwMode="auto">
            <a:xfrm>
              <a:off x="6994540" y="3983126"/>
              <a:ext cx="33389" cy="52867"/>
            </a:xfrm>
            <a:custGeom>
              <a:avLst/>
              <a:gdLst>
                <a:gd name="T0" fmla="*/ 7 w 10"/>
                <a:gd name="T1" fmla="*/ 1 h 16"/>
                <a:gd name="T2" fmla="*/ 2 w 10"/>
                <a:gd name="T3" fmla="*/ 0 h 16"/>
                <a:gd name="T4" fmla="*/ 0 w 10"/>
                <a:gd name="T5" fmla="*/ 1 h 16"/>
                <a:gd name="T6" fmla="*/ 5 w 10"/>
                <a:gd name="T7" fmla="*/ 7 h 16"/>
                <a:gd name="T8" fmla="*/ 4 w 10"/>
                <a:gd name="T9" fmla="*/ 8 h 16"/>
                <a:gd name="T10" fmla="*/ 2 w 10"/>
                <a:gd name="T11" fmla="*/ 8 h 16"/>
                <a:gd name="T12" fmla="*/ 2 w 10"/>
                <a:gd name="T13" fmla="*/ 9 h 16"/>
                <a:gd name="T14" fmla="*/ 5 w 10"/>
                <a:gd name="T15" fmla="*/ 12 h 16"/>
                <a:gd name="T16" fmla="*/ 5 w 10"/>
                <a:gd name="T17" fmla="*/ 13 h 16"/>
                <a:gd name="T18" fmla="*/ 6 w 10"/>
                <a:gd name="T19" fmla="*/ 16 h 16"/>
                <a:gd name="T20" fmla="*/ 7 w 10"/>
                <a:gd name="T21" fmla="*/ 16 h 16"/>
                <a:gd name="T22" fmla="*/ 8 w 10"/>
                <a:gd name="T23" fmla="*/ 14 h 16"/>
                <a:gd name="T24" fmla="*/ 6 w 10"/>
                <a:gd name="T25" fmla="*/ 10 h 16"/>
                <a:gd name="T26" fmla="*/ 9 w 10"/>
                <a:gd name="T27" fmla="*/ 11 h 16"/>
                <a:gd name="T28" fmla="*/ 10 w 10"/>
                <a:gd name="T29" fmla="*/ 8 h 16"/>
                <a:gd name="T30" fmla="*/ 8 w 10"/>
                <a:gd name="T31" fmla="*/ 6 h 16"/>
                <a:gd name="T32" fmla="*/ 8 w 10"/>
                <a:gd name="T33" fmla="*/ 3 h 16"/>
                <a:gd name="T34" fmla="*/ 7 w 10"/>
                <a:gd name="T35" fmla="*/ 3 h 16"/>
                <a:gd name="T36" fmla="*/ 7 w 10"/>
                <a:gd name="T37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" h="16">
                  <a:moveTo>
                    <a:pt x="7" y="1"/>
                  </a:moveTo>
                  <a:cubicBezTo>
                    <a:pt x="5" y="1"/>
                    <a:pt x="4" y="0"/>
                    <a:pt x="2" y="0"/>
                  </a:cubicBezTo>
                  <a:cubicBezTo>
                    <a:pt x="2" y="0"/>
                    <a:pt x="1" y="1"/>
                    <a:pt x="0" y="1"/>
                  </a:cubicBezTo>
                  <a:cubicBezTo>
                    <a:pt x="1" y="3"/>
                    <a:pt x="5" y="4"/>
                    <a:pt x="5" y="7"/>
                  </a:cubicBezTo>
                  <a:cubicBezTo>
                    <a:pt x="5" y="7"/>
                    <a:pt x="5" y="8"/>
                    <a:pt x="4" y="8"/>
                  </a:cubicBezTo>
                  <a:cubicBezTo>
                    <a:pt x="4" y="8"/>
                    <a:pt x="3" y="8"/>
                    <a:pt x="2" y="8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0"/>
                    <a:pt x="3" y="12"/>
                    <a:pt x="5" y="12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4"/>
                    <a:pt x="4" y="16"/>
                    <a:pt x="6" y="16"/>
                  </a:cubicBezTo>
                  <a:cubicBezTo>
                    <a:pt x="6" y="16"/>
                    <a:pt x="7" y="16"/>
                    <a:pt x="7" y="1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7" y="14"/>
                    <a:pt x="6" y="12"/>
                    <a:pt x="6" y="10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0"/>
                    <a:pt x="9" y="9"/>
                    <a:pt x="10" y="8"/>
                  </a:cubicBezTo>
                  <a:cubicBezTo>
                    <a:pt x="9" y="8"/>
                    <a:pt x="8" y="6"/>
                    <a:pt x="8" y="6"/>
                  </a:cubicBezTo>
                  <a:cubicBezTo>
                    <a:pt x="8" y="6"/>
                    <a:pt x="8" y="4"/>
                    <a:pt x="8" y="3"/>
                  </a:cubicBezTo>
                  <a:cubicBezTo>
                    <a:pt x="8" y="3"/>
                    <a:pt x="7" y="3"/>
                    <a:pt x="7" y="3"/>
                  </a:cubicBezTo>
                  <a:cubicBezTo>
                    <a:pt x="7" y="2"/>
                    <a:pt x="7" y="2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0" name="Freeform 41"/>
            <p:cNvSpPr>
              <a:spLocks/>
            </p:cNvSpPr>
            <p:nvPr/>
          </p:nvSpPr>
          <p:spPr bwMode="auto">
            <a:xfrm>
              <a:off x="6951412" y="3997039"/>
              <a:ext cx="23651" cy="31999"/>
            </a:xfrm>
            <a:custGeom>
              <a:avLst/>
              <a:gdLst>
                <a:gd name="T0" fmla="*/ 2 w 7"/>
                <a:gd name="T1" fmla="*/ 1 h 10"/>
                <a:gd name="T2" fmla="*/ 1 w 7"/>
                <a:gd name="T3" fmla="*/ 0 h 10"/>
                <a:gd name="T4" fmla="*/ 0 w 7"/>
                <a:gd name="T5" fmla="*/ 1 h 10"/>
                <a:gd name="T6" fmla="*/ 1 w 7"/>
                <a:gd name="T7" fmla="*/ 10 h 10"/>
                <a:gd name="T8" fmla="*/ 7 w 7"/>
                <a:gd name="T9" fmla="*/ 4 h 10"/>
                <a:gd name="T10" fmla="*/ 2 w 7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0">
                  <a:moveTo>
                    <a:pt x="2" y="1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3"/>
                    <a:pt x="1" y="7"/>
                    <a:pt x="1" y="10"/>
                  </a:cubicBezTo>
                  <a:cubicBezTo>
                    <a:pt x="3" y="9"/>
                    <a:pt x="7" y="7"/>
                    <a:pt x="7" y="4"/>
                  </a:cubicBezTo>
                  <a:cubicBezTo>
                    <a:pt x="7" y="2"/>
                    <a:pt x="4" y="2"/>
                    <a:pt x="2" y="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1" name="Freeform 42"/>
            <p:cNvSpPr>
              <a:spLocks/>
            </p:cNvSpPr>
            <p:nvPr/>
          </p:nvSpPr>
          <p:spPr bwMode="auto">
            <a:xfrm>
              <a:off x="6965325" y="4016516"/>
              <a:ext cx="22259" cy="43129"/>
            </a:xfrm>
            <a:custGeom>
              <a:avLst/>
              <a:gdLst>
                <a:gd name="T0" fmla="*/ 4 w 7"/>
                <a:gd name="T1" fmla="*/ 1 h 13"/>
                <a:gd name="T2" fmla="*/ 2 w 7"/>
                <a:gd name="T3" fmla="*/ 6 h 13"/>
                <a:gd name="T4" fmla="*/ 0 w 7"/>
                <a:gd name="T5" fmla="*/ 8 h 13"/>
                <a:gd name="T6" fmla="*/ 5 w 7"/>
                <a:gd name="T7" fmla="*/ 13 h 13"/>
                <a:gd name="T8" fmla="*/ 6 w 7"/>
                <a:gd name="T9" fmla="*/ 12 h 13"/>
                <a:gd name="T10" fmla="*/ 5 w 7"/>
                <a:gd name="T11" fmla="*/ 9 h 13"/>
                <a:gd name="T12" fmla="*/ 7 w 7"/>
                <a:gd name="T13" fmla="*/ 3 h 13"/>
                <a:gd name="T14" fmla="*/ 4 w 7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3">
                  <a:moveTo>
                    <a:pt x="4" y="1"/>
                  </a:moveTo>
                  <a:cubicBezTo>
                    <a:pt x="3" y="1"/>
                    <a:pt x="2" y="6"/>
                    <a:pt x="2" y="6"/>
                  </a:cubicBezTo>
                  <a:cubicBezTo>
                    <a:pt x="2" y="6"/>
                    <a:pt x="0" y="7"/>
                    <a:pt x="0" y="8"/>
                  </a:cubicBezTo>
                  <a:cubicBezTo>
                    <a:pt x="0" y="9"/>
                    <a:pt x="4" y="13"/>
                    <a:pt x="5" y="13"/>
                  </a:cubicBezTo>
                  <a:cubicBezTo>
                    <a:pt x="5" y="13"/>
                    <a:pt x="6" y="12"/>
                    <a:pt x="6" y="12"/>
                  </a:cubicBezTo>
                  <a:cubicBezTo>
                    <a:pt x="6" y="11"/>
                    <a:pt x="5" y="11"/>
                    <a:pt x="5" y="9"/>
                  </a:cubicBezTo>
                  <a:cubicBezTo>
                    <a:pt x="5" y="7"/>
                    <a:pt x="7" y="5"/>
                    <a:pt x="7" y="3"/>
                  </a:cubicBezTo>
                  <a:cubicBezTo>
                    <a:pt x="7" y="2"/>
                    <a:pt x="6" y="0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2" name="Freeform 43"/>
            <p:cNvSpPr>
              <a:spLocks/>
            </p:cNvSpPr>
            <p:nvPr/>
          </p:nvSpPr>
          <p:spPr bwMode="auto">
            <a:xfrm>
              <a:off x="6984802" y="4019299"/>
              <a:ext cx="12521" cy="23651"/>
            </a:xfrm>
            <a:custGeom>
              <a:avLst/>
              <a:gdLst>
                <a:gd name="T0" fmla="*/ 0 w 4"/>
                <a:gd name="T1" fmla="*/ 7 h 7"/>
                <a:gd name="T2" fmla="*/ 1 w 4"/>
                <a:gd name="T3" fmla="*/ 7 h 7"/>
                <a:gd name="T4" fmla="*/ 4 w 4"/>
                <a:gd name="T5" fmla="*/ 0 h 7"/>
                <a:gd name="T6" fmla="*/ 2 w 4"/>
                <a:gd name="T7" fmla="*/ 0 h 7"/>
                <a:gd name="T8" fmla="*/ 0 w 4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">
                  <a:moveTo>
                    <a:pt x="0" y="7"/>
                  </a:moveTo>
                  <a:cubicBezTo>
                    <a:pt x="1" y="7"/>
                    <a:pt x="1" y="7"/>
                    <a:pt x="1" y="7"/>
                  </a:cubicBezTo>
                  <a:cubicBezTo>
                    <a:pt x="1" y="4"/>
                    <a:pt x="4" y="4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4"/>
                    <a:pt x="1" y="5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3" name="Freeform 44"/>
            <p:cNvSpPr>
              <a:spLocks/>
            </p:cNvSpPr>
            <p:nvPr/>
          </p:nvSpPr>
          <p:spPr bwMode="auto">
            <a:xfrm>
              <a:off x="6991758" y="4035994"/>
              <a:ext cx="15303" cy="13912"/>
            </a:xfrm>
            <a:custGeom>
              <a:avLst/>
              <a:gdLst>
                <a:gd name="T0" fmla="*/ 5 w 5"/>
                <a:gd name="T1" fmla="*/ 0 h 4"/>
                <a:gd name="T2" fmla="*/ 2 w 5"/>
                <a:gd name="T3" fmla="*/ 0 h 4"/>
                <a:gd name="T4" fmla="*/ 0 w 5"/>
                <a:gd name="T5" fmla="*/ 3 h 4"/>
                <a:gd name="T6" fmla="*/ 1 w 5"/>
                <a:gd name="T7" fmla="*/ 4 h 4"/>
                <a:gd name="T8" fmla="*/ 5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3"/>
                    <a:pt x="1" y="4"/>
                    <a:pt x="1" y="4"/>
                  </a:cubicBezTo>
                  <a:cubicBezTo>
                    <a:pt x="3" y="4"/>
                    <a:pt x="5" y="2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4" name="Freeform 45"/>
            <p:cNvSpPr>
              <a:spLocks/>
            </p:cNvSpPr>
            <p:nvPr/>
          </p:nvSpPr>
          <p:spPr bwMode="auto">
            <a:xfrm>
              <a:off x="6975063" y="3983126"/>
              <a:ext cx="16695" cy="19477"/>
            </a:xfrm>
            <a:custGeom>
              <a:avLst/>
              <a:gdLst>
                <a:gd name="T0" fmla="*/ 5 w 5"/>
                <a:gd name="T1" fmla="*/ 5 h 6"/>
                <a:gd name="T2" fmla="*/ 2 w 5"/>
                <a:gd name="T3" fmla="*/ 0 h 6"/>
                <a:gd name="T4" fmla="*/ 0 w 5"/>
                <a:gd name="T5" fmla="*/ 0 h 6"/>
                <a:gd name="T6" fmla="*/ 0 w 5"/>
                <a:gd name="T7" fmla="*/ 3 h 6"/>
                <a:gd name="T8" fmla="*/ 3 w 5"/>
                <a:gd name="T9" fmla="*/ 3 h 6"/>
                <a:gd name="T10" fmla="*/ 5 w 5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5" y="5"/>
                  </a:moveTo>
                  <a:cubicBezTo>
                    <a:pt x="5" y="2"/>
                    <a:pt x="3" y="2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3" y="4"/>
                    <a:pt x="5" y="6"/>
                    <a:pt x="5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5" name="Freeform 46"/>
            <p:cNvSpPr>
              <a:spLocks/>
            </p:cNvSpPr>
            <p:nvPr/>
          </p:nvSpPr>
          <p:spPr bwMode="auto">
            <a:xfrm>
              <a:off x="6919414" y="3963649"/>
              <a:ext cx="25042" cy="23651"/>
            </a:xfrm>
            <a:custGeom>
              <a:avLst/>
              <a:gdLst>
                <a:gd name="T0" fmla="*/ 6 w 8"/>
                <a:gd name="T1" fmla="*/ 7 h 7"/>
                <a:gd name="T2" fmla="*/ 7 w 8"/>
                <a:gd name="T3" fmla="*/ 3 h 7"/>
                <a:gd name="T4" fmla="*/ 2 w 8"/>
                <a:gd name="T5" fmla="*/ 0 h 7"/>
                <a:gd name="T6" fmla="*/ 0 w 8"/>
                <a:gd name="T7" fmla="*/ 0 h 7"/>
                <a:gd name="T8" fmla="*/ 6 w 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6" y="7"/>
                  </a:moveTo>
                  <a:cubicBezTo>
                    <a:pt x="7" y="7"/>
                    <a:pt x="8" y="5"/>
                    <a:pt x="7" y="3"/>
                  </a:cubicBezTo>
                  <a:cubicBezTo>
                    <a:pt x="7" y="1"/>
                    <a:pt x="5" y="1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" y="7"/>
                    <a:pt x="6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6" name="Freeform 47"/>
            <p:cNvSpPr>
              <a:spLocks/>
            </p:cNvSpPr>
            <p:nvPr/>
          </p:nvSpPr>
          <p:spPr bwMode="auto">
            <a:xfrm>
              <a:off x="6944456" y="3966432"/>
              <a:ext cx="6956" cy="4174"/>
            </a:xfrm>
            <a:custGeom>
              <a:avLst/>
              <a:gdLst>
                <a:gd name="T0" fmla="*/ 0 w 2"/>
                <a:gd name="T1" fmla="*/ 0 h 1"/>
                <a:gd name="T2" fmla="*/ 2 w 2"/>
                <a:gd name="T3" fmla="*/ 0 h 1"/>
                <a:gd name="T4" fmla="*/ 0 w 2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2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7" name="Freeform 48"/>
            <p:cNvSpPr>
              <a:spLocks/>
            </p:cNvSpPr>
            <p:nvPr/>
          </p:nvSpPr>
          <p:spPr bwMode="auto">
            <a:xfrm>
              <a:off x="6908285" y="3696529"/>
              <a:ext cx="47301" cy="66780"/>
            </a:xfrm>
            <a:custGeom>
              <a:avLst/>
              <a:gdLst>
                <a:gd name="T0" fmla="*/ 8 w 14"/>
                <a:gd name="T1" fmla="*/ 0 h 20"/>
                <a:gd name="T2" fmla="*/ 0 w 14"/>
                <a:gd name="T3" fmla="*/ 14 h 20"/>
                <a:gd name="T4" fmla="*/ 4 w 14"/>
                <a:gd name="T5" fmla="*/ 20 h 20"/>
                <a:gd name="T6" fmla="*/ 8 w 14"/>
                <a:gd name="T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0">
                  <a:moveTo>
                    <a:pt x="8" y="0"/>
                  </a:moveTo>
                  <a:cubicBezTo>
                    <a:pt x="5" y="0"/>
                    <a:pt x="0" y="9"/>
                    <a:pt x="0" y="14"/>
                  </a:cubicBezTo>
                  <a:cubicBezTo>
                    <a:pt x="0" y="17"/>
                    <a:pt x="0" y="20"/>
                    <a:pt x="4" y="20"/>
                  </a:cubicBezTo>
                  <a:cubicBezTo>
                    <a:pt x="9" y="20"/>
                    <a:pt x="14" y="0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8" name="Freeform 49"/>
            <p:cNvSpPr>
              <a:spLocks/>
            </p:cNvSpPr>
            <p:nvPr/>
          </p:nvSpPr>
          <p:spPr bwMode="auto">
            <a:xfrm>
              <a:off x="6655083" y="3812003"/>
              <a:ext cx="59822" cy="45911"/>
            </a:xfrm>
            <a:custGeom>
              <a:avLst/>
              <a:gdLst>
                <a:gd name="T0" fmla="*/ 18 w 18"/>
                <a:gd name="T1" fmla="*/ 4 h 14"/>
                <a:gd name="T2" fmla="*/ 16 w 18"/>
                <a:gd name="T3" fmla="*/ 0 h 14"/>
                <a:gd name="T4" fmla="*/ 4 w 18"/>
                <a:gd name="T5" fmla="*/ 6 h 14"/>
                <a:gd name="T6" fmla="*/ 4 w 18"/>
                <a:gd name="T7" fmla="*/ 9 h 14"/>
                <a:gd name="T8" fmla="*/ 9 w 18"/>
                <a:gd name="T9" fmla="*/ 14 h 14"/>
                <a:gd name="T10" fmla="*/ 18 w 18"/>
                <a:gd name="T11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14">
                  <a:moveTo>
                    <a:pt x="18" y="4"/>
                  </a:moveTo>
                  <a:cubicBezTo>
                    <a:pt x="18" y="2"/>
                    <a:pt x="17" y="0"/>
                    <a:pt x="16" y="0"/>
                  </a:cubicBezTo>
                  <a:cubicBezTo>
                    <a:pt x="13" y="0"/>
                    <a:pt x="4" y="6"/>
                    <a:pt x="4" y="6"/>
                  </a:cubicBezTo>
                  <a:cubicBezTo>
                    <a:pt x="0" y="6"/>
                    <a:pt x="4" y="8"/>
                    <a:pt x="4" y="9"/>
                  </a:cubicBezTo>
                  <a:cubicBezTo>
                    <a:pt x="4" y="12"/>
                    <a:pt x="5" y="14"/>
                    <a:pt x="9" y="14"/>
                  </a:cubicBezTo>
                  <a:cubicBezTo>
                    <a:pt x="12" y="14"/>
                    <a:pt x="18" y="7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79" name="Freeform 50"/>
            <p:cNvSpPr>
              <a:spLocks/>
            </p:cNvSpPr>
            <p:nvPr/>
          </p:nvSpPr>
          <p:spPr bwMode="auto">
            <a:xfrm>
              <a:off x="6596652" y="4276680"/>
              <a:ext cx="31998" cy="29216"/>
            </a:xfrm>
            <a:custGeom>
              <a:avLst/>
              <a:gdLst>
                <a:gd name="T0" fmla="*/ 4 w 10"/>
                <a:gd name="T1" fmla="*/ 6 h 9"/>
                <a:gd name="T2" fmla="*/ 6 w 10"/>
                <a:gd name="T3" fmla="*/ 9 h 9"/>
                <a:gd name="T4" fmla="*/ 9 w 10"/>
                <a:gd name="T5" fmla="*/ 9 h 9"/>
                <a:gd name="T6" fmla="*/ 10 w 10"/>
                <a:gd name="T7" fmla="*/ 9 h 9"/>
                <a:gd name="T8" fmla="*/ 10 w 10"/>
                <a:gd name="T9" fmla="*/ 8 h 9"/>
                <a:gd name="T10" fmla="*/ 4 w 10"/>
                <a:gd name="T11" fmla="*/ 0 h 9"/>
                <a:gd name="T12" fmla="*/ 0 w 10"/>
                <a:gd name="T13" fmla="*/ 4 h 9"/>
                <a:gd name="T14" fmla="*/ 4 w 10"/>
                <a:gd name="T15" fmla="*/ 6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9">
                  <a:moveTo>
                    <a:pt x="4" y="6"/>
                  </a:moveTo>
                  <a:cubicBezTo>
                    <a:pt x="4" y="7"/>
                    <a:pt x="5" y="9"/>
                    <a:pt x="6" y="9"/>
                  </a:cubicBezTo>
                  <a:cubicBezTo>
                    <a:pt x="7" y="9"/>
                    <a:pt x="7" y="9"/>
                    <a:pt x="9" y="9"/>
                  </a:cubicBezTo>
                  <a:cubicBezTo>
                    <a:pt x="9" y="9"/>
                    <a:pt x="10" y="9"/>
                    <a:pt x="10" y="9"/>
                  </a:cubicBezTo>
                  <a:cubicBezTo>
                    <a:pt x="10" y="9"/>
                    <a:pt x="10" y="8"/>
                    <a:pt x="10" y="8"/>
                  </a:cubicBezTo>
                  <a:cubicBezTo>
                    <a:pt x="7" y="8"/>
                    <a:pt x="5" y="4"/>
                    <a:pt x="4" y="0"/>
                  </a:cubicBezTo>
                  <a:cubicBezTo>
                    <a:pt x="3" y="1"/>
                    <a:pt x="0" y="3"/>
                    <a:pt x="0" y="4"/>
                  </a:cubicBezTo>
                  <a:cubicBezTo>
                    <a:pt x="0" y="5"/>
                    <a:pt x="3" y="5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0" name="Freeform 51"/>
            <p:cNvSpPr>
              <a:spLocks/>
            </p:cNvSpPr>
            <p:nvPr/>
          </p:nvSpPr>
          <p:spPr bwMode="auto">
            <a:xfrm>
              <a:off x="6649518" y="4303114"/>
              <a:ext cx="12521" cy="12521"/>
            </a:xfrm>
            <a:custGeom>
              <a:avLst/>
              <a:gdLst>
                <a:gd name="T0" fmla="*/ 2 w 4"/>
                <a:gd name="T1" fmla="*/ 4 h 4"/>
                <a:gd name="T2" fmla="*/ 4 w 4"/>
                <a:gd name="T3" fmla="*/ 2 h 4"/>
                <a:gd name="T4" fmla="*/ 2 w 4"/>
                <a:gd name="T5" fmla="*/ 0 h 4"/>
                <a:gd name="T6" fmla="*/ 0 w 4"/>
                <a:gd name="T7" fmla="*/ 0 h 4"/>
                <a:gd name="T8" fmla="*/ 0 w 4"/>
                <a:gd name="T9" fmla="*/ 2 h 4"/>
                <a:gd name="T10" fmla="*/ 2 w 4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4"/>
                  </a:moveTo>
                  <a:cubicBezTo>
                    <a:pt x="3" y="4"/>
                    <a:pt x="4" y="3"/>
                    <a:pt x="4" y="2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3"/>
                    <a:pt x="0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1" name="Freeform 52"/>
            <p:cNvSpPr>
              <a:spLocks/>
            </p:cNvSpPr>
            <p:nvPr/>
          </p:nvSpPr>
          <p:spPr bwMode="auto">
            <a:xfrm>
              <a:off x="6457530" y="4269724"/>
              <a:ext cx="16695" cy="23651"/>
            </a:xfrm>
            <a:custGeom>
              <a:avLst/>
              <a:gdLst>
                <a:gd name="T0" fmla="*/ 2 w 5"/>
                <a:gd name="T1" fmla="*/ 0 h 7"/>
                <a:gd name="T2" fmla="*/ 0 w 5"/>
                <a:gd name="T3" fmla="*/ 0 h 7"/>
                <a:gd name="T4" fmla="*/ 0 w 5"/>
                <a:gd name="T5" fmla="*/ 1 h 7"/>
                <a:gd name="T6" fmla="*/ 4 w 5"/>
                <a:gd name="T7" fmla="*/ 7 h 7"/>
                <a:gd name="T8" fmla="*/ 2 w 5"/>
                <a:gd name="T9" fmla="*/ 2 h 7"/>
                <a:gd name="T10" fmla="*/ 2 w 5"/>
                <a:gd name="T1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7">
                  <a:moveTo>
                    <a:pt x="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3"/>
                    <a:pt x="3" y="7"/>
                    <a:pt x="4" y="7"/>
                  </a:cubicBezTo>
                  <a:cubicBezTo>
                    <a:pt x="5" y="5"/>
                    <a:pt x="3" y="3"/>
                    <a:pt x="2" y="2"/>
                  </a:cubicBezTo>
                  <a:cubicBezTo>
                    <a:pt x="2" y="1"/>
                    <a:pt x="2" y="1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2" name="Freeform 53"/>
            <p:cNvSpPr>
              <a:spLocks/>
            </p:cNvSpPr>
            <p:nvPr/>
          </p:nvSpPr>
          <p:spPr bwMode="auto">
            <a:xfrm>
              <a:off x="6431097" y="4226595"/>
              <a:ext cx="20868" cy="16695"/>
            </a:xfrm>
            <a:custGeom>
              <a:avLst/>
              <a:gdLst>
                <a:gd name="T0" fmla="*/ 1 w 6"/>
                <a:gd name="T1" fmla="*/ 0 h 5"/>
                <a:gd name="T2" fmla="*/ 0 w 6"/>
                <a:gd name="T3" fmla="*/ 0 h 5"/>
                <a:gd name="T4" fmla="*/ 0 w 6"/>
                <a:gd name="T5" fmla="*/ 0 h 5"/>
                <a:gd name="T6" fmla="*/ 4 w 6"/>
                <a:gd name="T7" fmla="*/ 5 h 5"/>
                <a:gd name="T8" fmla="*/ 1 w 6"/>
                <a:gd name="T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3" y="5"/>
                    <a:pt x="4" y="5"/>
                  </a:cubicBezTo>
                  <a:cubicBezTo>
                    <a:pt x="6" y="5"/>
                    <a:pt x="3" y="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3" name="Freeform 54"/>
            <p:cNvSpPr>
              <a:spLocks/>
            </p:cNvSpPr>
            <p:nvPr/>
          </p:nvSpPr>
          <p:spPr bwMode="auto">
            <a:xfrm>
              <a:off x="7112794" y="3496189"/>
              <a:ext cx="50084" cy="65389"/>
            </a:xfrm>
            <a:custGeom>
              <a:avLst/>
              <a:gdLst>
                <a:gd name="T0" fmla="*/ 0 w 15"/>
                <a:gd name="T1" fmla="*/ 6 h 20"/>
                <a:gd name="T2" fmla="*/ 2 w 15"/>
                <a:gd name="T3" fmla="*/ 9 h 20"/>
                <a:gd name="T4" fmla="*/ 5 w 15"/>
                <a:gd name="T5" fmla="*/ 8 h 20"/>
                <a:gd name="T6" fmla="*/ 5 w 15"/>
                <a:gd name="T7" fmla="*/ 6 h 20"/>
                <a:gd name="T8" fmla="*/ 7 w 15"/>
                <a:gd name="T9" fmla="*/ 9 h 20"/>
                <a:gd name="T10" fmla="*/ 6 w 15"/>
                <a:gd name="T11" fmla="*/ 12 h 20"/>
                <a:gd name="T12" fmla="*/ 3 w 15"/>
                <a:gd name="T13" fmla="*/ 15 h 20"/>
                <a:gd name="T14" fmla="*/ 5 w 15"/>
                <a:gd name="T15" fmla="*/ 19 h 20"/>
                <a:gd name="T16" fmla="*/ 5 w 15"/>
                <a:gd name="T17" fmla="*/ 18 h 20"/>
                <a:gd name="T18" fmla="*/ 7 w 15"/>
                <a:gd name="T19" fmla="*/ 20 h 20"/>
                <a:gd name="T20" fmla="*/ 13 w 15"/>
                <a:gd name="T21" fmla="*/ 9 h 20"/>
                <a:gd name="T22" fmla="*/ 15 w 15"/>
                <a:gd name="T23" fmla="*/ 9 h 20"/>
                <a:gd name="T24" fmla="*/ 15 w 15"/>
                <a:gd name="T25" fmla="*/ 6 h 20"/>
                <a:gd name="T26" fmla="*/ 13 w 15"/>
                <a:gd name="T27" fmla="*/ 4 h 20"/>
                <a:gd name="T28" fmla="*/ 13 w 15"/>
                <a:gd name="T29" fmla="*/ 2 h 20"/>
                <a:gd name="T30" fmla="*/ 7 w 15"/>
                <a:gd name="T31" fmla="*/ 0 h 20"/>
                <a:gd name="T32" fmla="*/ 0 w 15"/>
                <a:gd name="T33" fmla="*/ 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" h="20">
                  <a:moveTo>
                    <a:pt x="0" y="6"/>
                  </a:moveTo>
                  <a:cubicBezTo>
                    <a:pt x="0" y="7"/>
                    <a:pt x="1" y="9"/>
                    <a:pt x="2" y="9"/>
                  </a:cubicBezTo>
                  <a:cubicBezTo>
                    <a:pt x="3" y="9"/>
                    <a:pt x="4" y="8"/>
                    <a:pt x="5" y="8"/>
                  </a:cubicBezTo>
                  <a:cubicBezTo>
                    <a:pt x="5" y="7"/>
                    <a:pt x="5" y="6"/>
                    <a:pt x="5" y="6"/>
                  </a:cubicBezTo>
                  <a:cubicBezTo>
                    <a:pt x="5" y="7"/>
                    <a:pt x="6" y="8"/>
                    <a:pt x="7" y="9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2"/>
                    <a:pt x="3" y="15"/>
                    <a:pt x="3" y="15"/>
                  </a:cubicBezTo>
                  <a:cubicBezTo>
                    <a:pt x="3" y="16"/>
                    <a:pt x="5" y="19"/>
                    <a:pt x="5" y="1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8"/>
                    <a:pt x="6" y="20"/>
                    <a:pt x="7" y="20"/>
                  </a:cubicBezTo>
                  <a:cubicBezTo>
                    <a:pt x="10" y="20"/>
                    <a:pt x="12" y="13"/>
                    <a:pt x="13" y="9"/>
                  </a:cubicBezTo>
                  <a:cubicBezTo>
                    <a:pt x="13" y="9"/>
                    <a:pt x="14" y="9"/>
                    <a:pt x="15" y="9"/>
                  </a:cubicBezTo>
                  <a:cubicBezTo>
                    <a:pt x="15" y="8"/>
                    <a:pt x="15" y="7"/>
                    <a:pt x="15" y="6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3" y="3"/>
                    <a:pt x="13" y="2"/>
                  </a:cubicBezTo>
                  <a:cubicBezTo>
                    <a:pt x="10" y="2"/>
                    <a:pt x="9" y="0"/>
                    <a:pt x="7" y="0"/>
                  </a:cubicBezTo>
                  <a:cubicBezTo>
                    <a:pt x="6" y="0"/>
                    <a:pt x="0" y="5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4" name="Freeform 55"/>
            <p:cNvSpPr>
              <a:spLocks/>
            </p:cNvSpPr>
            <p:nvPr/>
          </p:nvSpPr>
          <p:spPr bwMode="auto">
            <a:xfrm>
              <a:off x="7172616" y="3482277"/>
              <a:ext cx="48693" cy="40346"/>
            </a:xfrm>
            <a:custGeom>
              <a:avLst/>
              <a:gdLst>
                <a:gd name="T0" fmla="*/ 3 w 15"/>
                <a:gd name="T1" fmla="*/ 12 h 12"/>
                <a:gd name="T2" fmla="*/ 8 w 15"/>
                <a:gd name="T3" fmla="*/ 6 h 12"/>
                <a:gd name="T4" fmla="*/ 11 w 15"/>
                <a:gd name="T5" fmla="*/ 8 h 12"/>
                <a:gd name="T6" fmla="*/ 11 w 15"/>
                <a:gd name="T7" fmla="*/ 0 h 12"/>
                <a:gd name="T8" fmla="*/ 4 w 15"/>
                <a:gd name="T9" fmla="*/ 3 h 12"/>
                <a:gd name="T10" fmla="*/ 0 w 15"/>
                <a:gd name="T11" fmla="*/ 6 h 12"/>
                <a:gd name="T12" fmla="*/ 1 w 15"/>
                <a:gd name="T13" fmla="*/ 8 h 12"/>
                <a:gd name="T14" fmla="*/ 3 w 15"/>
                <a:gd name="T15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2">
                  <a:moveTo>
                    <a:pt x="3" y="12"/>
                  </a:moveTo>
                  <a:cubicBezTo>
                    <a:pt x="6" y="12"/>
                    <a:pt x="6" y="8"/>
                    <a:pt x="8" y="6"/>
                  </a:cubicBezTo>
                  <a:cubicBezTo>
                    <a:pt x="9" y="6"/>
                    <a:pt x="11" y="8"/>
                    <a:pt x="11" y="8"/>
                  </a:cubicBezTo>
                  <a:cubicBezTo>
                    <a:pt x="15" y="8"/>
                    <a:pt x="15" y="0"/>
                    <a:pt x="11" y="0"/>
                  </a:cubicBezTo>
                  <a:cubicBezTo>
                    <a:pt x="7" y="0"/>
                    <a:pt x="8" y="4"/>
                    <a:pt x="4" y="3"/>
                  </a:cubicBezTo>
                  <a:cubicBezTo>
                    <a:pt x="4" y="3"/>
                    <a:pt x="0" y="6"/>
                    <a:pt x="0" y="6"/>
                  </a:cubicBezTo>
                  <a:cubicBezTo>
                    <a:pt x="0" y="7"/>
                    <a:pt x="0" y="8"/>
                    <a:pt x="1" y="8"/>
                  </a:cubicBezTo>
                  <a:cubicBezTo>
                    <a:pt x="1" y="10"/>
                    <a:pt x="2" y="12"/>
                    <a:pt x="3" y="1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5" name="Freeform 56"/>
            <p:cNvSpPr>
              <a:spLocks/>
            </p:cNvSpPr>
            <p:nvPr/>
          </p:nvSpPr>
          <p:spPr bwMode="auto">
            <a:xfrm>
              <a:off x="7139227" y="3311153"/>
              <a:ext cx="236507" cy="194775"/>
            </a:xfrm>
            <a:custGeom>
              <a:avLst/>
              <a:gdLst>
                <a:gd name="T0" fmla="*/ 37 w 72"/>
                <a:gd name="T1" fmla="*/ 36 h 59"/>
                <a:gd name="T2" fmla="*/ 30 w 72"/>
                <a:gd name="T3" fmla="*/ 42 h 59"/>
                <a:gd name="T4" fmla="*/ 16 w 72"/>
                <a:gd name="T5" fmla="*/ 42 h 59"/>
                <a:gd name="T6" fmla="*/ 3 w 72"/>
                <a:gd name="T7" fmla="*/ 51 h 59"/>
                <a:gd name="T8" fmla="*/ 0 w 72"/>
                <a:gd name="T9" fmla="*/ 53 h 59"/>
                <a:gd name="T10" fmla="*/ 4 w 72"/>
                <a:gd name="T11" fmla="*/ 54 h 59"/>
                <a:gd name="T12" fmla="*/ 15 w 72"/>
                <a:gd name="T13" fmla="*/ 51 h 59"/>
                <a:gd name="T14" fmla="*/ 20 w 72"/>
                <a:gd name="T15" fmla="*/ 51 h 59"/>
                <a:gd name="T16" fmla="*/ 23 w 72"/>
                <a:gd name="T17" fmla="*/ 49 h 59"/>
                <a:gd name="T18" fmla="*/ 30 w 72"/>
                <a:gd name="T19" fmla="*/ 51 h 59"/>
                <a:gd name="T20" fmla="*/ 29 w 72"/>
                <a:gd name="T21" fmla="*/ 55 h 59"/>
                <a:gd name="T22" fmla="*/ 29 w 72"/>
                <a:gd name="T23" fmla="*/ 57 h 59"/>
                <a:gd name="T24" fmla="*/ 32 w 72"/>
                <a:gd name="T25" fmla="*/ 59 h 59"/>
                <a:gd name="T26" fmla="*/ 37 w 72"/>
                <a:gd name="T27" fmla="*/ 53 h 59"/>
                <a:gd name="T28" fmla="*/ 40 w 72"/>
                <a:gd name="T29" fmla="*/ 53 h 59"/>
                <a:gd name="T30" fmla="*/ 37 w 72"/>
                <a:gd name="T31" fmla="*/ 49 h 59"/>
                <a:gd name="T32" fmla="*/ 39 w 72"/>
                <a:gd name="T33" fmla="*/ 47 h 59"/>
                <a:gd name="T34" fmla="*/ 45 w 72"/>
                <a:gd name="T35" fmla="*/ 52 h 59"/>
                <a:gd name="T36" fmla="*/ 50 w 72"/>
                <a:gd name="T37" fmla="*/ 50 h 59"/>
                <a:gd name="T38" fmla="*/ 52 w 72"/>
                <a:gd name="T39" fmla="*/ 50 h 59"/>
                <a:gd name="T40" fmla="*/ 53 w 72"/>
                <a:gd name="T41" fmla="*/ 50 h 59"/>
                <a:gd name="T42" fmla="*/ 59 w 72"/>
                <a:gd name="T43" fmla="*/ 45 h 59"/>
                <a:gd name="T44" fmla="*/ 59 w 72"/>
                <a:gd name="T45" fmla="*/ 48 h 59"/>
                <a:gd name="T46" fmla="*/ 65 w 72"/>
                <a:gd name="T47" fmla="*/ 43 h 59"/>
                <a:gd name="T48" fmla="*/ 63 w 72"/>
                <a:gd name="T49" fmla="*/ 39 h 59"/>
                <a:gd name="T50" fmla="*/ 66 w 72"/>
                <a:gd name="T51" fmla="*/ 33 h 59"/>
                <a:gd name="T52" fmla="*/ 67 w 72"/>
                <a:gd name="T53" fmla="*/ 22 h 59"/>
                <a:gd name="T54" fmla="*/ 69 w 72"/>
                <a:gd name="T55" fmla="*/ 22 h 59"/>
                <a:gd name="T56" fmla="*/ 69 w 72"/>
                <a:gd name="T57" fmla="*/ 21 h 59"/>
                <a:gd name="T58" fmla="*/ 72 w 72"/>
                <a:gd name="T59" fmla="*/ 14 h 59"/>
                <a:gd name="T60" fmla="*/ 69 w 72"/>
                <a:gd name="T61" fmla="*/ 6 h 59"/>
                <a:gd name="T62" fmla="*/ 69 w 72"/>
                <a:gd name="T63" fmla="*/ 1 h 59"/>
                <a:gd name="T64" fmla="*/ 66 w 72"/>
                <a:gd name="T65" fmla="*/ 0 h 59"/>
                <a:gd name="T66" fmla="*/ 67 w 72"/>
                <a:gd name="T67" fmla="*/ 2 h 59"/>
                <a:gd name="T68" fmla="*/ 68 w 72"/>
                <a:gd name="T69" fmla="*/ 2 h 59"/>
                <a:gd name="T70" fmla="*/ 65 w 72"/>
                <a:gd name="T71" fmla="*/ 2 h 59"/>
                <a:gd name="T72" fmla="*/ 59 w 72"/>
                <a:gd name="T73" fmla="*/ 10 h 59"/>
                <a:gd name="T74" fmla="*/ 60 w 72"/>
                <a:gd name="T75" fmla="*/ 13 h 59"/>
                <a:gd name="T76" fmla="*/ 48 w 72"/>
                <a:gd name="T77" fmla="*/ 31 h 59"/>
                <a:gd name="T78" fmla="*/ 41 w 72"/>
                <a:gd name="T79" fmla="*/ 34 h 59"/>
                <a:gd name="T80" fmla="*/ 40 w 72"/>
                <a:gd name="T81" fmla="*/ 33 h 59"/>
                <a:gd name="T82" fmla="*/ 41 w 72"/>
                <a:gd name="T83" fmla="*/ 30 h 59"/>
                <a:gd name="T84" fmla="*/ 37 w 72"/>
                <a:gd name="T85" fmla="*/ 36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" h="59">
                  <a:moveTo>
                    <a:pt x="37" y="36"/>
                  </a:moveTo>
                  <a:cubicBezTo>
                    <a:pt x="35" y="36"/>
                    <a:pt x="34" y="42"/>
                    <a:pt x="30" y="42"/>
                  </a:cubicBezTo>
                  <a:cubicBezTo>
                    <a:pt x="25" y="42"/>
                    <a:pt x="23" y="42"/>
                    <a:pt x="16" y="42"/>
                  </a:cubicBezTo>
                  <a:cubicBezTo>
                    <a:pt x="10" y="42"/>
                    <a:pt x="8" y="48"/>
                    <a:pt x="3" y="51"/>
                  </a:cubicBezTo>
                  <a:cubicBezTo>
                    <a:pt x="3" y="52"/>
                    <a:pt x="0" y="53"/>
                    <a:pt x="0" y="53"/>
                  </a:cubicBezTo>
                  <a:cubicBezTo>
                    <a:pt x="0" y="54"/>
                    <a:pt x="2" y="54"/>
                    <a:pt x="4" y="54"/>
                  </a:cubicBezTo>
                  <a:cubicBezTo>
                    <a:pt x="8" y="54"/>
                    <a:pt x="12" y="53"/>
                    <a:pt x="15" y="51"/>
                  </a:cubicBezTo>
                  <a:cubicBezTo>
                    <a:pt x="17" y="50"/>
                    <a:pt x="19" y="52"/>
                    <a:pt x="20" y="51"/>
                  </a:cubicBezTo>
                  <a:cubicBezTo>
                    <a:pt x="21" y="50"/>
                    <a:pt x="21" y="49"/>
                    <a:pt x="23" y="49"/>
                  </a:cubicBezTo>
                  <a:cubicBezTo>
                    <a:pt x="25" y="49"/>
                    <a:pt x="27" y="50"/>
                    <a:pt x="30" y="51"/>
                  </a:cubicBezTo>
                  <a:cubicBezTo>
                    <a:pt x="30" y="52"/>
                    <a:pt x="29" y="53"/>
                    <a:pt x="29" y="55"/>
                  </a:cubicBezTo>
                  <a:cubicBezTo>
                    <a:pt x="29" y="55"/>
                    <a:pt x="29" y="57"/>
                    <a:pt x="29" y="57"/>
                  </a:cubicBezTo>
                  <a:cubicBezTo>
                    <a:pt x="29" y="57"/>
                    <a:pt x="30" y="58"/>
                    <a:pt x="32" y="59"/>
                  </a:cubicBezTo>
                  <a:cubicBezTo>
                    <a:pt x="33" y="57"/>
                    <a:pt x="36" y="53"/>
                    <a:pt x="37" y="53"/>
                  </a:cubicBezTo>
                  <a:cubicBezTo>
                    <a:pt x="38" y="53"/>
                    <a:pt x="39" y="53"/>
                    <a:pt x="40" y="53"/>
                  </a:cubicBezTo>
                  <a:cubicBezTo>
                    <a:pt x="39" y="53"/>
                    <a:pt x="37" y="50"/>
                    <a:pt x="37" y="49"/>
                  </a:cubicBezTo>
                  <a:cubicBezTo>
                    <a:pt x="37" y="48"/>
                    <a:pt x="38" y="47"/>
                    <a:pt x="39" y="47"/>
                  </a:cubicBezTo>
                  <a:cubicBezTo>
                    <a:pt x="41" y="47"/>
                    <a:pt x="41" y="52"/>
                    <a:pt x="45" y="52"/>
                  </a:cubicBezTo>
                  <a:cubicBezTo>
                    <a:pt x="47" y="52"/>
                    <a:pt x="49" y="50"/>
                    <a:pt x="50" y="50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2" y="50"/>
                    <a:pt x="53" y="50"/>
                    <a:pt x="53" y="50"/>
                  </a:cubicBezTo>
                  <a:cubicBezTo>
                    <a:pt x="54" y="47"/>
                    <a:pt x="56" y="47"/>
                    <a:pt x="59" y="45"/>
                  </a:cubicBezTo>
                  <a:cubicBezTo>
                    <a:pt x="59" y="46"/>
                    <a:pt x="58" y="46"/>
                    <a:pt x="59" y="48"/>
                  </a:cubicBezTo>
                  <a:cubicBezTo>
                    <a:pt x="62" y="47"/>
                    <a:pt x="62" y="45"/>
                    <a:pt x="65" y="43"/>
                  </a:cubicBezTo>
                  <a:cubicBezTo>
                    <a:pt x="64" y="42"/>
                    <a:pt x="63" y="41"/>
                    <a:pt x="63" y="39"/>
                  </a:cubicBezTo>
                  <a:cubicBezTo>
                    <a:pt x="63" y="36"/>
                    <a:pt x="66" y="35"/>
                    <a:pt x="66" y="33"/>
                  </a:cubicBezTo>
                  <a:cubicBezTo>
                    <a:pt x="66" y="30"/>
                    <a:pt x="65" y="23"/>
                    <a:pt x="67" y="22"/>
                  </a:cubicBezTo>
                  <a:cubicBezTo>
                    <a:pt x="68" y="22"/>
                    <a:pt x="69" y="23"/>
                    <a:pt x="69" y="22"/>
                  </a:cubicBezTo>
                  <a:cubicBezTo>
                    <a:pt x="69" y="21"/>
                    <a:pt x="69" y="21"/>
                    <a:pt x="69" y="21"/>
                  </a:cubicBezTo>
                  <a:cubicBezTo>
                    <a:pt x="69" y="18"/>
                    <a:pt x="72" y="17"/>
                    <a:pt x="72" y="14"/>
                  </a:cubicBezTo>
                  <a:cubicBezTo>
                    <a:pt x="72" y="10"/>
                    <a:pt x="69" y="9"/>
                    <a:pt x="69" y="6"/>
                  </a:cubicBezTo>
                  <a:cubicBezTo>
                    <a:pt x="69" y="4"/>
                    <a:pt x="70" y="3"/>
                    <a:pt x="69" y="1"/>
                  </a:cubicBezTo>
                  <a:cubicBezTo>
                    <a:pt x="69" y="0"/>
                    <a:pt x="68" y="0"/>
                    <a:pt x="66" y="0"/>
                  </a:cubicBezTo>
                  <a:cubicBezTo>
                    <a:pt x="66" y="0"/>
                    <a:pt x="66" y="2"/>
                    <a:pt x="67" y="2"/>
                  </a:cubicBezTo>
                  <a:cubicBezTo>
                    <a:pt x="67" y="2"/>
                    <a:pt x="67" y="2"/>
                    <a:pt x="68" y="2"/>
                  </a:cubicBezTo>
                  <a:cubicBezTo>
                    <a:pt x="65" y="4"/>
                    <a:pt x="65" y="2"/>
                    <a:pt x="65" y="2"/>
                  </a:cubicBezTo>
                  <a:cubicBezTo>
                    <a:pt x="62" y="2"/>
                    <a:pt x="59" y="7"/>
                    <a:pt x="59" y="10"/>
                  </a:cubicBezTo>
                  <a:cubicBezTo>
                    <a:pt x="59" y="11"/>
                    <a:pt x="60" y="11"/>
                    <a:pt x="60" y="13"/>
                  </a:cubicBezTo>
                  <a:cubicBezTo>
                    <a:pt x="60" y="20"/>
                    <a:pt x="53" y="29"/>
                    <a:pt x="48" y="31"/>
                  </a:cubicBezTo>
                  <a:cubicBezTo>
                    <a:pt x="45" y="32"/>
                    <a:pt x="45" y="34"/>
                    <a:pt x="41" y="34"/>
                  </a:cubicBezTo>
                  <a:cubicBezTo>
                    <a:pt x="41" y="34"/>
                    <a:pt x="40" y="33"/>
                    <a:pt x="40" y="33"/>
                  </a:cubicBezTo>
                  <a:cubicBezTo>
                    <a:pt x="40" y="32"/>
                    <a:pt x="41" y="31"/>
                    <a:pt x="41" y="30"/>
                  </a:cubicBezTo>
                  <a:cubicBezTo>
                    <a:pt x="41" y="30"/>
                    <a:pt x="38" y="36"/>
                    <a:pt x="37" y="3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6" name="Freeform 57"/>
            <p:cNvSpPr>
              <a:spLocks/>
            </p:cNvSpPr>
            <p:nvPr/>
          </p:nvSpPr>
          <p:spPr bwMode="auto">
            <a:xfrm>
              <a:off x="7336780" y="3205418"/>
              <a:ext cx="118253" cy="98779"/>
            </a:xfrm>
            <a:custGeom>
              <a:avLst/>
              <a:gdLst>
                <a:gd name="T0" fmla="*/ 0 w 36"/>
                <a:gd name="T1" fmla="*/ 23 h 30"/>
                <a:gd name="T2" fmla="*/ 1 w 36"/>
                <a:gd name="T3" fmla="*/ 26 h 30"/>
                <a:gd name="T4" fmla="*/ 1 w 36"/>
                <a:gd name="T5" fmla="*/ 30 h 30"/>
                <a:gd name="T6" fmla="*/ 1 w 36"/>
                <a:gd name="T7" fmla="*/ 30 h 30"/>
                <a:gd name="T8" fmla="*/ 7 w 36"/>
                <a:gd name="T9" fmla="*/ 27 h 30"/>
                <a:gd name="T10" fmla="*/ 3 w 36"/>
                <a:gd name="T11" fmla="*/ 24 h 30"/>
                <a:gd name="T12" fmla="*/ 9 w 36"/>
                <a:gd name="T13" fmla="*/ 23 h 30"/>
                <a:gd name="T14" fmla="*/ 11 w 36"/>
                <a:gd name="T15" fmla="*/ 21 h 30"/>
                <a:gd name="T16" fmla="*/ 21 w 36"/>
                <a:gd name="T17" fmla="*/ 26 h 30"/>
                <a:gd name="T18" fmla="*/ 29 w 36"/>
                <a:gd name="T19" fmla="*/ 18 h 30"/>
                <a:gd name="T20" fmla="*/ 36 w 36"/>
                <a:gd name="T21" fmla="*/ 16 h 30"/>
                <a:gd name="T22" fmla="*/ 33 w 36"/>
                <a:gd name="T23" fmla="*/ 13 h 30"/>
                <a:gd name="T24" fmla="*/ 35 w 36"/>
                <a:gd name="T25" fmla="*/ 10 h 30"/>
                <a:gd name="T26" fmla="*/ 30 w 36"/>
                <a:gd name="T27" fmla="*/ 11 h 30"/>
                <a:gd name="T28" fmla="*/ 12 w 36"/>
                <a:gd name="T29" fmla="*/ 0 h 30"/>
                <a:gd name="T30" fmla="*/ 11 w 36"/>
                <a:gd name="T31" fmla="*/ 2 h 30"/>
                <a:gd name="T32" fmla="*/ 12 w 36"/>
                <a:gd name="T33" fmla="*/ 5 h 30"/>
                <a:gd name="T34" fmla="*/ 6 w 36"/>
                <a:gd name="T35" fmla="*/ 17 h 30"/>
                <a:gd name="T36" fmla="*/ 5 w 36"/>
                <a:gd name="T37" fmla="*/ 17 h 30"/>
                <a:gd name="T38" fmla="*/ 5 w 36"/>
                <a:gd name="T39" fmla="*/ 16 h 30"/>
                <a:gd name="T40" fmla="*/ 5 w 36"/>
                <a:gd name="T41" fmla="*/ 17 h 30"/>
                <a:gd name="T42" fmla="*/ 4 w 36"/>
                <a:gd name="T43" fmla="*/ 17 h 30"/>
                <a:gd name="T44" fmla="*/ 5 w 36"/>
                <a:gd name="T45" fmla="*/ 17 h 30"/>
                <a:gd name="T46" fmla="*/ 5 w 36"/>
                <a:gd name="T47" fmla="*/ 18 h 30"/>
                <a:gd name="T48" fmla="*/ 0 w 36"/>
                <a:gd name="T49" fmla="*/ 2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6" h="30">
                  <a:moveTo>
                    <a:pt x="0" y="23"/>
                  </a:moveTo>
                  <a:cubicBezTo>
                    <a:pt x="0" y="24"/>
                    <a:pt x="1" y="25"/>
                    <a:pt x="1" y="26"/>
                  </a:cubicBezTo>
                  <a:cubicBezTo>
                    <a:pt x="1" y="26"/>
                    <a:pt x="1" y="30"/>
                    <a:pt x="1" y="30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3" y="30"/>
                    <a:pt x="5" y="29"/>
                    <a:pt x="7" y="27"/>
                  </a:cubicBezTo>
                  <a:cubicBezTo>
                    <a:pt x="6" y="26"/>
                    <a:pt x="3" y="26"/>
                    <a:pt x="3" y="24"/>
                  </a:cubicBezTo>
                  <a:cubicBezTo>
                    <a:pt x="3" y="20"/>
                    <a:pt x="6" y="23"/>
                    <a:pt x="9" y="23"/>
                  </a:cubicBezTo>
                  <a:cubicBezTo>
                    <a:pt x="9" y="22"/>
                    <a:pt x="10" y="21"/>
                    <a:pt x="11" y="21"/>
                  </a:cubicBezTo>
                  <a:cubicBezTo>
                    <a:pt x="15" y="23"/>
                    <a:pt x="17" y="24"/>
                    <a:pt x="21" y="26"/>
                  </a:cubicBezTo>
                  <a:cubicBezTo>
                    <a:pt x="23" y="23"/>
                    <a:pt x="24" y="18"/>
                    <a:pt x="29" y="18"/>
                  </a:cubicBezTo>
                  <a:cubicBezTo>
                    <a:pt x="32" y="18"/>
                    <a:pt x="34" y="17"/>
                    <a:pt x="36" y="16"/>
                  </a:cubicBezTo>
                  <a:cubicBezTo>
                    <a:pt x="35" y="16"/>
                    <a:pt x="33" y="14"/>
                    <a:pt x="33" y="13"/>
                  </a:cubicBezTo>
                  <a:cubicBezTo>
                    <a:pt x="33" y="12"/>
                    <a:pt x="34" y="12"/>
                    <a:pt x="35" y="10"/>
                  </a:cubicBezTo>
                  <a:cubicBezTo>
                    <a:pt x="33" y="9"/>
                    <a:pt x="32" y="11"/>
                    <a:pt x="30" y="11"/>
                  </a:cubicBezTo>
                  <a:cubicBezTo>
                    <a:pt x="21" y="11"/>
                    <a:pt x="18" y="4"/>
                    <a:pt x="12" y="0"/>
                  </a:cubicBezTo>
                  <a:cubicBezTo>
                    <a:pt x="12" y="0"/>
                    <a:pt x="11" y="1"/>
                    <a:pt x="11" y="2"/>
                  </a:cubicBezTo>
                  <a:cubicBezTo>
                    <a:pt x="11" y="3"/>
                    <a:pt x="12" y="4"/>
                    <a:pt x="12" y="5"/>
                  </a:cubicBezTo>
                  <a:cubicBezTo>
                    <a:pt x="12" y="8"/>
                    <a:pt x="10" y="17"/>
                    <a:pt x="6" y="17"/>
                  </a:cubicBezTo>
                  <a:cubicBezTo>
                    <a:pt x="6" y="17"/>
                    <a:pt x="6" y="17"/>
                    <a:pt x="5" y="17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7"/>
                    <a:pt x="4" y="17"/>
                    <a:pt x="4" y="17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1" y="19"/>
                    <a:pt x="0" y="21"/>
                    <a:pt x="0" y="2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7" name="Freeform 58"/>
            <p:cNvSpPr>
              <a:spLocks/>
            </p:cNvSpPr>
            <p:nvPr/>
          </p:nvSpPr>
          <p:spPr bwMode="auto">
            <a:xfrm>
              <a:off x="7452251" y="3231852"/>
              <a:ext cx="19477" cy="16695"/>
            </a:xfrm>
            <a:custGeom>
              <a:avLst/>
              <a:gdLst>
                <a:gd name="T0" fmla="*/ 1 w 6"/>
                <a:gd name="T1" fmla="*/ 3 h 5"/>
                <a:gd name="T2" fmla="*/ 1 w 6"/>
                <a:gd name="T3" fmla="*/ 5 h 5"/>
                <a:gd name="T4" fmla="*/ 6 w 6"/>
                <a:gd name="T5" fmla="*/ 0 h 5"/>
                <a:gd name="T6" fmla="*/ 6 w 6"/>
                <a:gd name="T7" fmla="*/ 0 h 5"/>
                <a:gd name="T8" fmla="*/ 1 w 6"/>
                <a:gd name="T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5">
                  <a:moveTo>
                    <a:pt x="1" y="3"/>
                  </a:moveTo>
                  <a:cubicBezTo>
                    <a:pt x="0" y="4"/>
                    <a:pt x="0" y="5"/>
                    <a:pt x="1" y="5"/>
                  </a:cubicBezTo>
                  <a:cubicBezTo>
                    <a:pt x="3" y="5"/>
                    <a:pt x="5" y="1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4" y="0"/>
                    <a:pt x="2" y="2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8" name="Freeform 59"/>
            <p:cNvSpPr>
              <a:spLocks/>
            </p:cNvSpPr>
            <p:nvPr/>
          </p:nvSpPr>
          <p:spPr bwMode="auto">
            <a:xfrm>
              <a:off x="7468945" y="3229069"/>
              <a:ext cx="2782" cy="2782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1 w 1"/>
                <a:gd name="T5" fmla="*/ 0 h 1"/>
                <a:gd name="T6" fmla="*/ 0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89" name="Freeform 60"/>
            <p:cNvSpPr>
              <a:spLocks/>
            </p:cNvSpPr>
            <p:nvPr/>
          </p:nvSpPr>
          <p:spPr bwMode="auto">
            <a:xfrm>
              <a:off x="7498161" y="3202636"/>
              <a:ext cx="26433" cy="19477"/>
            </a:xfrm>
            <a:custGeom>
              <a:avLst/>
              <a:gdLst>
                <a:gd name="T0" fmla="*/ 5 w 8"/>
                <a:gd name="T1" fmla="*/ 0 h 6"/>
                <a:gd name="T2" fmla="*/ 0 w 8"/>
                <a:gd name="T3" fmla="*/ 5 h 6"/>
                <a:gd name="T4" fmla="*/ 0 w 8"/>
                <a:gd name="T5" fmla="*/ 6 h 6"/>
                <a:gd name="T6" fmla="*/ 8 w 8"/>
                <a:gd name="T7" fmla="*/ 2 h 6"/>
                <a:gd name="T8" fmla="*/ 8 w 8"/>
                <a:gd name="T9" fmla="*/ 0 h 6"/>
                <a:gd name="T10" fmla="*/ 5 w 8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6">
                  <a:moveTo>
                    <a:pt x="5" y="0"/>
                  </a:moveTo>
                  <a:cubicBezTo>
                    <a:pt x="2" y="0"/>
                    <a:pt x="0" y="5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4" y="6"/>
                    <a:pt x="4" y="2"/>
                    <a:pt x="8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6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0" name="Freeform 61"/>
            <p:cNvSpPr>
              <a:spLocks/>
            </p:cNvSpPr>
            <p:nvPr/>
          </p:nvSpPr>
          <p:spPr bwMode="auto">
            <a:xfrm>
              <a:off x="7544071" y="3178984"/>
              <a:ext cx="12521" cy="16695"/>
            </a:xfrm>
            <a:custGeom>
              <a:avLst/>
              <a:gdLst>
                <a:gd name="T0" fmla="*/ 1 w 4"/>
                <a:gd name="T1" fmla="*/ 5 h 5"/>
                <a:gd name="T2" fmla="*/ 4 w 4"/>
                <a:gd name="T3" fmla="*/ 0 h 5"/>
                <a:gd name="T4" fmla="*/ 1 w 4"/>
                <a:gd name="T5" fmla="*/ 2 h 5"/>
                <a:gd name="T6" fmla="*/ 1 w 4"/>
                <a:gd name="T7" fmla="*/ 4 h 5"/>
                <a:gd name="T8" fmla="*/ 1 w 4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1" y="5"/>
                  </a:moveTo>
                  <a:cubicBezTo>
                    <a:pt x="2" y="5"/>
                    <a:pt x="4" y="2"/>
                    <a:pt x="4" y="0"/>
                  </a:cubicBezTo>
                  <a:cubicBezTo>
                    <a:pt x="4" y="0"/>
                    <a:pt x="1" y="0"/>
                    <a:pt x="1" y="2"/>
                  </a:cubicBezTo>
                  <a:cubicBezTo>
                    <a:pt x="1" y="3"/>
                    <a:pt x="1" y="4"/>
                    <a:pt x="1" y="4"/>
                  </a:cubicBezTo>
                  <a:cubicBezTo>
                    <a:pt x="0" y="4"/>
                    <a:pt x="0" y="5"/>
                    <a:pt x="1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1" name="Freeform 62"/>
            <p:cNvSpPr>
              <a:spLocks/>
            </p:cNvSpPr>
            <p:nvPr/>
          </p:nvSpPr>
          <p:spPr bwMode="auto">
            <a:xfrm>
              <a:off x="7370169" y="2949428"/>
              <a:ext cx="62605" cy="236512"/>
            </a:xfrm>
            <a:custGeom>
              <a:avLst/>
              <a:gdLst>
                <a:gd name="T0" fmla="*/ 10 w 19"/>
                <a:gd name="T1" fmla="*/ 11 h 72"/>
                <a:gd name="T2" fmla="*/ 8 w 19"/>
                <a:gd name="T3" fmla="*/ 0 h 72"/>
                <a:gd name="T4" fmla="*/ 7 w 19"/>
                <a:gd name="T5" fmla="*/ 0 h 72"/>
                <a:gd name="T6" fmla="*/ 7 w 19"/>
                <a:gd name="T7" fmla="*/ 6 h 72"/>
                <a:gd name="T8" fmla="*/ 6 w 19"/>
                <a:gd name="T9" fmla="*/ 9 h 72"/>
                <a:gd name="T10" fmla="*/ 0 w 19"/>
                <a:gd name="T11" fmla="*/ 21 h 72"/>
                <a:gd name="T12" fmla="*/ 3 w 19"/>
                <a:gd name="T13" fmla="*/ 29 h 72"/>
                <a:gd name="T14" fmla="*/ 3 w 19"/>
                <a:gd name="T15" fmla="*/ 42 h 72"/>
                <a:gd name="T16" fmla="*/ 2 w 19"/>
                <a:gd name="T17" fmla="*/ 49 h 72"/>
                <a:gd name="T18" fmla="*/ 4 w 19"/>
                <a:gd name="T19" fmla="*/ 56 h 72"/>
                <a:gd name="T20" fmla="*/ 3 w 19"/>
                <a:gd name="T21" fmla="*/ 66 h 72"/>
                <a:gd name="T22" fmla="*/ 3 w 19"/>
                <a:gd name="T23" fmla="*/ 72 h 72"/>
                <a:gd name="T24" fmla="*/ 9 w 19"/>
                <a:gd name="T25" fmla="*/ 68 h 72"/>
                <a:gd name="T26" fmla="*/ 11 w 19"/>
                <a:gd name="T27" fmla="*/ 68 h 72"/>
                <a:gd name="T28" fmla="*/ 13 w 19"/>
                <a:gd name="T29" fmla="*/ 70 h 72"/>
                <a:gd name="T30" fmla="*/ 14 w 19"/>
                <a:gd name="T31" fmla="*/ 70 h 72"/>
                <a:gd name="T32" fmla="*/ 7 w 19"/>
                <a:gd name="T33" fmla="*/ 58 h 72"/>
                <a:gd name="T34" fmla="*/ 14 w 19"/>
                <a:gd name="T35" fmla="*/ 45 h 72"/>
                <a:gd name="T36" fmla="*/ 19 w 19"/>
                <a:gd name="T37" fmla="*/ 48 h 72"/>
                <a:gd name="T38" fmla="*/ 13 w 19"/>
                <a:gd name="T39" fmla="*/ 32 h 72"/>
                <a:gd name="T40" fmla="*/ 11 w 19"/>
                <a:gd name="T41" fmla="*/ 26 h 72"/>
                <a:gd name="T42" fmla="*/ 11 w 19"/>
                <a:gd name="T43" fmla="*/ 20 h 72"/>
                <a:gd name="T44" fmla="*/ 10 w 19"/>
                <a:gd name="T45" fmla="*/ 1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" h="72">
                  <a:moveTo>
                    <a:pt x="10" y="11"/>
                  </a:moveTo>
                  <a:cubicBezTo>
                    <a:pt x="9" y="8"/>
                    <a:pt x="8" y="4"/>
                    <a:pt x="8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6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2" y="10"/>
                    <a:pt x="0" y="16"/>
                    <a:pt x="0" y="21"/>
                  </a:cubicBezTo>
                  <a:cubicBezTo>
                    <a:pt x="0" y="24"/>
                    <a:pt x="3" y="25"/>
                    <a:pt x="3" y="29"/>
                  </a:cubicBezTo>
                  <a:cubicBezTo>
                    <a:pt x="3" y="34"/>
                    <a:pt x="3" y="36"/>
                    <a:pt x="3" y="42"/>
                  </a:cubicBezTo>
                  <a:cubicBezTo>
                    <a:pt x="3" y="45"/>
                    <a:pt x="2" y="46"/>
                    <a:pt x="2" y="49"/>
                  </a:cubicBezTo>
                  <a:cubicBezTo>
                    <a:pt x="2" y="52"/>
                    <a:pt x="4" y="52"/>
                    <a:pt x="4" y="56"/>
                  </a:cubicBezTo>
                  <a:cubicBezTo>
                    <a:pt x="4" y="59"/>
                    <a:pt x="3" y="62"/>
                    <a:pt x="3" y="66"/>
                  </a:cubicBezTo>
                  <a:cubicBezTo>
                    <a:pt x="3" y="67"/>
                    <a:pt x="3" y="72"/>
                    <a:pt x="3" y="72"/>
                  </a:cubicBezTo>
                  <a:cubicBezTo>
                    <a:pt x="7" y="72"/>
                    <a:pt x="6" y="68"/>
                    <a:pt x="9" y="68"/>
                  </a:cubicBezTo>
                  <a:cubicBezTo>
                    <a:pt x="9" y="68"/>
                    <a:pt x="10" y="68"/>
                    <a:pt x="11" y="68"/>
                  </a:cubicBezTo>
                  <a:cubicBezTo>
                    <a:pt x="11" y="68"/>
                    <a:pt x="12" y="70"/>
                    <a:pt x="13" y="70"/>
                  </a:cubicBezTo>
                  <a:cubicBezTo>
                    <a:pt x="13" y="70"/>
                    <a:pt x="14" y="70"/>
                    <a:pt x="14" y="70"/>
                  </a:cubicBezTo>
                  <a:cubicBezTo>
                    <a:pt x="12" y="66"/>
                    <a:pt x="7" y="63"/>
                    <a:pt x="7" y="58"/>
                  </a:cubicBezTo>
                  <a:cubicBezTo>
                    <a:pt x="7" y="52"/>
                    <a:pt x="8" y="45"/>
                    <a:pt x="14" y="45"/>
                  </a:cubicBezTo>
                  <a:cubicBezTo>
                    <a:pt x="16" y="45"/>
                    <a:pt x="18" y="46"/>
                    <a:pt x="19" y="48"/>
                  </a:cubicBezTo>
                  <a:cubicBezTo>
                    <a:pt x="18" y="42"/>
                    <a:pt x="14" y="38"/>
                    <a:pt x="13" y="32"/>
                  </a:cubicBezTo>
                  <a:cubicBezTo>
                    <a:pt x="12" y="31"/>
                    <a:pt x="11" y="28"/>
                    <a:pt x="11" y="26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7"/>
                    <a:pt x="11" y="14"/>
                    <a:pt x="10" y="1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2" name="Freeform 63"/>
            <p:cNvSpPr>
              <a:spLocks/>
            </p:cNvSpPr>
            <p:nvPr/>
          </p:nvSpPr>
          <p:spPr bwMode="auto">
            <a:xfrm>
              <a:off x="5572716" y="2408232"/>
              <a:ext cx="2782" cy="4174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1 h 1"/>
                <a:gd name="T4" fmla="*/ 0 w 1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3" name="Freeform 64"/>
            <p:cNvSpPr>
              <a:spLocks/>
            </p:cNvSpPr>
            <p:nvPr/>
          </p:nvSpPr>
          <p:spPr bwMode="auto">
            <a:xfrm>
              <a:off x="5575499" y="2412406"/>
              <a:ext cx="4174" cy="2782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w 1"/>
                <a:gd name="T5" fmla="*/ 0 h 1"/>
                <a:gd name="T6" fmla="*/ 1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4" name="Freeform 65"/>
            <p:cNvSpPr>
              <a:spLocks/>
            </p:cNvSpPr>
            <p:nvPr/>
          </p:nvSpPr>
          <p:spPr bwMode="auto">
            <a:xfrm>
              <a:off x="5451681" y="2141112"/>
              <a:ext cx="371455" cy="281032"/>
            </a:xfrm>
            <a:custGeom>
              <a:avLst/>
              <a:gdLst>
                <a:gd name="T0" fmla="*/ 4 w 113"/>
                <a:gd name="T1" fmla="*/ 74 h 85"/>
                <a:gd name="T2" fmla="*/ 11 w 113"/>
                <a:gd name="T3" fmla="*/ 74 h 85"/>
                <a:gd name="T4" fmla="*/ 14 w 113"/>
                <a:gd name="T5" fmla="*/ 82 h 85"/>
                <a:gd name="T6" fmla="*/ 20 w 113"/>
                <a:gd name="T7" fmla="*/ 83 h 85"/>
                <a:gd name="T8" fmla="*/ 22 w 113"/>
                <a:gd name="T9" fmla="*/ 85 h 85"/>
                <a:gd name="T10" fmla="*/ 39 w 113"/>
                <a:gd name="T11" fmla="*/ 85 h 85"/>
                <a:gd name="T12" fmla="*/ 38 w 113"/>
                <a:gd name="T13" fmla="*/ 83 h 85"/>
                <a:gd name="T14" fmla="*/ 26 w 113"/>
                <a:gd name="T15" fmla="*/ 68 h 85"/>
                <a:gd name="T16" fmla="*/ 53 w 113"/>
                <a:gd name="T17" fmla="*/ 35 h 85"/>
                <a:gd name="T18" fmla="*/ 64 w 113"/>
                <a:gd name="T19" fmla="*/ 29 h 85"/>
                <a:gd name="T20" fmla="*/ 69 w 113"/>
                <a:gd name="T21" fmla="*/ 23 h 85"/>
                <a:gd name="T22" fmla="*/ 90 w 113"/>
                <a:gd name="T23" fmla="*/ 18 h 85"/>
                <a:gd name="T24" fmla="*/ 113 w 113"/>
                <a:gd name="T25" fmla="*/ 6 h 85"/>
                <a:gd name="T26" fmla="*/ 104 w 113"/>
                <a:gd name="T27" fmla="*/ 0 h 85"/>
                <a:gd name="T28" fmla="*/ 70 w 113"/>
                <a:gd name="T29" fmla="*/ 13 h 85"/>
                <a:gd name="T30" fmla="*/ 63 w 113"/>
                <a:gd name="T31" fmla="*/ 10 h 85"/>
                <a:gd name="T32" fmla="*/ 56 w 113"/>
                <a:gd name="T33" fmla="*/ 13 h 85"/>
                <a:gd name="T34" fmla="*/ 36 w 113"/>
                <a:gd name="T35" fmla="*/ 24 h 85"/>
                <a:gd name="T36" fmla="*/ 27 w 113"/>
                <a:gd name="T37" fmla="*/ 26 h 85"/>
                <a:gd name="T38" fmla="*/ 24 w 113"/>
                <a:gd name="T39" fmla="*/ 28 h 85"/>
                <a:gd name="T40" fmla="*/ 26 w 113"/>
                <a:gd name="T41" fmla="*/ 32 h 85"/>
                <a:gd name="T42" fmla="*/ 14 w 113"/>
                <a:gd name="T43" fmla="*/ 46 h 85"/>
                <a:gd name="T44" fmla="*/ 17 w 113"/>
                <a:gd name="T45" fmla="*/ 50 h 85"/>
                <a:gd name="T46" fmla="*/ 6 w 113"/>
                <a:gd name="T47" fmla="*/ 57 h 85"/>
                <a:gd name="T48" fmla="*/ 6 w 113"/>
                <a:gd name="T49" fmla="*/ 60 h 85"/>
                <a:gd name="T50" fmla="*/ 0 w 113"/>
                <a:gd name="T51" fmla="*/ 69 h 85"/>
                <a:gd name="T52" fmla="*/ 4 w 113"/>
                <a:gd name="T53" fmla="*/ 7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3" h="85">
                  <a:moveTo>
                    <a:pt x="4" y="74"/>
                  </a:moveTo>
                  <a:cubicBezTo>
                    <a:pt x="4" y="74"/>
                    <a:pt x="10" y="74"/>
                    <a:pt x="11" y="74"/>
                  </a:cubicBezTo>
                  <a:cubicBezTo>
                    <a:pt x="15" y="75"/>
                    <a:pt x="13" y="79"/>
                    <a:pt x="14" y="82"/>
                  </a:cubicBezTo>
                  <a:cubicBezTo>
                    <a:pt x="15" y="83"/>
                    <a:pt x="18" y="83"/>
                    <a:pt x="20" y="83"/>
                  </a:cubicBezTo>
                  <a:cubicBezTo>
                    <a:pt x="21" y="83"/>
                    <a:pt x="21" y="85"/>
                    <a:pt x="22" y="85"/>
                  </a:cubicBezTo>
                  <a:cubicBezTo>
                    <a:pt x="39" y="85"/>
                    <a:pt x="39" y="85"/>
                    <a:pt x="39" y="85"/>
                  </a:cubicBezTo>
                  <a:cubicBezTo>
                    <a:pt x="39" y="81"/>
                    <a:pt x="39" y="83"/>
                    <a:pt x="38" y="83"/>
                  </a:cubicBezTo>
                  <a:cubicBezTo>
                    <a:pt x="33" y="79"/>
                    <a:pt x="26" y="76"/>
                    <a:pt x="26" y="68"/>
                  </a:cubicBezTo>
                  <a:cubicBezTo>
                    <a:pt x="26" y="53"/>
                    <a:pt x="42" y="38"/>
                    <a:pt x="53" y="35"/>
                  </a:cubicBezTo>
                  <a:cubicBezTo>
                    <a:pt x="57" y="34"/>
                    <a:pt x="58" y="29"/>
                    <a:pt x="64" y="29"/>
                  </a:cubicBezTo>
                  <a:cubicBezTo>
                    <a:pt x="67" y="29"/>
                    <a:pt x="68" y="24"/>
                    <a:pt x="69" y="23"/>
                  </a:cubicBezTo>
                  <a:cubicBezTo>
                    <a:pt x="77" y="20"/>
                    <a:pt x="82" y="21"/>
                    <a:pt x="90" y="18"/>
                  </a:cubicBezTo>
                  <a:cubicBezTo>
                    <a:pt x="96" y="15"/>
                    <a:pt x="113" y="14"/>
                    <a:pt x="113" y="6"/>
                  </a:cubicBezTo>
                  <a:cubicBezTo>
                    <a:pt x="113" y="3"/>
                    <a:pt x="107" y="0"/>
                    <a:pt x="104" y="0"/>
                  </a:cubicBezTo>
                  <a:cubicBezTo>
                    <a:pt x="93" y="0"/>
                    <a:pt x="82" y="13"/>
                    <a:pt x="70" y="13"/>
                  </a:cubicBezTo>
                  <a:cubicBezTo>
                    <a:pt x="68" y="13"/>
                    <a:pt x="66" y="10"/>
                    <a:pt x="63" y="10"/>
                  </a:cubicBezTo>
                  <a:cubicBezTo>
                    <a:pt x="59" y="10"/>
                    <a:pt x="59" y="13"/>
                    <a:pt x="56" y="13"/>
                  </a:cubicBezTo>
                  <a:cubicBezTo>
                    <a:pt x="48" y="13"/>
                    <a:pt x="41" y="24"/>
                    <a:pt x="36" y="24"/>
                  </a:cubicBezTo>
                  <a:cubicBezTo>
                    <a:pt x="32" y="24"/>
                    <a:pt x="30" y="26"/>
                    <a:pt x="27" y="26"/>
                  </a:cubicBezTo>
                  <a:cubicBezTo>
                    <a:pt x="25" y="26"/>
                    <a:pt x="24" y="27"/>
                    <a:pt x="24" y="28"/>
                  </a:cubicBezTo>
                  <a:cubicBezTo>
                    <a:pt x="24" y="29"/>
                    <a:pt x="26" y="30"/>
                    <a:pt x="26" y="32"/>
                  </a:cubicBezTo>
                  <a:cubicBezTo>
                    <a:pt x="26" y="38"/>
                    <a:pt x="14" y="42"/>
                    <a:pt x="14" y="46"/>
                  </a:cubicBezTo>
                  <a:cubicBezTo>
                    <a:pt x="14" y="47"/>
                    <a:pt x="17" y="48"/>
                    <a:pt x="17" y="50"/>
                  </a:cubicBezTo>
                  <a:cubicBezTo>
                    <a:pt x="14" y="51"/>
                    <a:pt x="6" y="53"/>
                    <a:pt x="6" y="57"/>
                  </a:cubicBezTo>
                  <a:cubicBezTo>
                    <a:pt x="6" y="59"/>
                    <a:pt x="6" y="60"/>
                    <a:pt x="6" y="60"/>
                  </a:cubicBezTo>
                  <a:cubicBezTo>
                    <a:pt x="6" y="64"/>
                    <a:pt x="0" y="64"/>
                    <a:pt x="0" y="69"/>
                  </a:cubicBezTo>
                  <a:cubicBezTo>
                    <a:pt x="0" y="72"/>
                    <a:pt x="4" y="74"/>
                    <a:pt x="4" y="7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5" name="Freeform 66"/>
            <p:cNvSpPr>
              <a:spLocks noEditPoints="1"/>
            </p:cNvSpPr>
            <p:nvPr/>
          </p:nvSpPr>
          <p:spPr bwMode="auto">
            <a:xfrm>
              <a:off x="3999250" y="2116069"/>
              <a:ext cx="4397637" cy="2918841"/>
            </a:xfrm>
            <a:custGeom>
              <a:avLst/>
              <a:gdLst>
                <a:gd name="T0" fmla="*/ 975 w 1336"/>
                <a:gd name="T1" fmla="*/ 81 h 886"/>
                <a:gd name="T2" fmla="*/ 782 w 1336"/>
                <a:gd name="T3" fmla="*/ 0 h 886"/>
                <a:gd name="T4" fmla="*/ 587 w 1336"/>
                <a:gd name="T5" fmla="*/ 119 h 886"/>
                <a:gd name="T6" fmla="*/ 391 w 1336"/>
                <a:gd name="T7" fmla="*/ 128 h 886"/>
                <a:gd name="T8" fmla="*/ 294 w 1336"/>
                <a:gd name="T9" fmla="*/ 97 h 886"/>
                <a:gd name="T10" fmla="*/ 254 w 1336"/>
                <a:gd name="T11" fmla="*/ 90 h 886"/>
                <a:gd name="T12" fmla="*/ 220 w 1336"/>
                <a:gd name="T13" fmla="*/ 114 h 886"/>
                <a:gd name="T14" fmla="*/ 191 w 1336"/>
                <a:gd name="T15" fmla="*/ 142 h 886"/>
                <a:gd name="T16" fmla="*/ 146 w 1336"/>
                <a:gd name="T17" fmla="*/ 215 h 886"/>
                <a:gd name="T18" fmla="*/ 219 w 1336"/>
                <a:gd name="T19" fmla="*/ 230 h 886"/>
                <a:gd name="T20" fmla="*/ 261 w 1336"/>
                <a:gd name="T21" fmla="*/ 145 h 886"/>
                <a:gd name="T22" fmla="*/ 297 w 1336"/>
                <a:gd name="T23" fmla="*/ 203 h 886"/>
                <a:gd name="T24" fmla="*/ 214 w 1336"/>
                <a:gd name="T25" fmla="*/ 256 h 886"/>
                <a:gd name="T26" fmla="*/ 179 w 1336"/>
                <a:gd name="T27" fmla="*/ 239 h 886"/>
                <a:gd name="T28" fmla="*/ 153 w 1336"/>
                <a:gd name="T29" fmla="*/ 265 h 886"/>
                <a:gd name="T30" fmla="*/ 103 w 1336"/>
                <a:gd name="T31" fmla="*/ 304 h 886"/>
                <a:gd name="T32" fmla="*/ 105 w 1336"/>
                <a:gd name="T33" fmla="*/ 332 h 886"/>
                <a:gd name="T34" fmla="*/ 53 w 1336"/>
                <a:gd name="T35" fmla="*/ 379 h 886"/>
                <a:gd name="T36" fmla="*/ 112 w 1336"/>
                <a:gd name="T37" fmla="*/ 384 h 886"/>
                <a:gd name="T38" fmla="*/ 200 w 1336"/>
                <a:gd name="T39" fmla="*/ 367 h 886"/>
                <a:gd name="T40" fmla="*/ 219 w 1336"/>
                <a:gd name="T41" fmla="*/ 366 h 886"/>
                <a:gd name="T42" fmla="*/ 206 w 1336"/>
                <a:gd name="T43" fmla="*/ 337 h 886"/>
                <a:gd name="T44" fmla="*/ 255 w 1336"/>
                <a:gd name="T45" fmla="*/ 401 h 886"/>
                <a:gd name="T46" fmla="*/ 255 w 1336"/>
                <a:gd name="T47" fmla="*/ 374 h 886"/>
                <a:gd name="T48" fmla="*/ 295 w 1336"/>
                <a:gd name="T49" fmla="*/ 340 h 886"/>
                <a:gd name="T50" fmla="*/ 346 w 1336"/>
                <a:gd name="T51" fmla="*/ 333 h 886"/>
                <a:gd name="T52" fmla="*/ 278 w 1336"/>
                <a:gd name="T53" fmla="*/ 377 h 886"/>
                <a:gd name="T54" fmla="*/ 333 w 1336"/>
                <a:gd name="T55" fmla="*/ 399 h 886"/>
                <a:gd name="T56" fmla="*/ 324 w 1336"/>
                <a:gd name="T57" fmla="*/ 441 h 886"/>
                <a:gd name="T58" fmla="*/ 197 w 1336"/>
                <a:gd name="T59" fmla="*/ 425 h 886"/>
                <a:gd name="T60" fmla="*/ 140 w 1336"/>
                <a:gd name="T61" fmla="*/ 397 h 886"/>
                <a:gd name="T62" fmla="*/ 5 w 1336"/>
                <a:gd name="T63" fmla="*/ 507 h 886"/>
                <a:gd name="T64" fmla="*/ 84 w 1336"/>
                <a:gd name="T65" fmla="*/ 617 h 886"/>
                <a:gd name="T66" fmla="*/ 191 w 1336"/>
                <a:gd name="T67" fmla="*/ 694 h 886"/>
                <a:gd name="T68" fmla="*/ 232 w 1336"/>
                <a:gd name="T69" fmla="*/ 881 h 886"/>
                <a:gd name="T70" fmla="*/ 337 w 1336"/>
                <a:gd name="T71" fmla="*/ 812 h 886"/>
                <a:gd name="T72" fmla="*/ 369 w 1336"/>
                <a:gd name="T73" fmla="*/ 672 h 886"/>
                <a:gd name="T74" fmla="*/ 365 w 1336"/>
                <a:gd name="T75" fmla="*/ 547 h 886"/>
                <a:gd name="T76" fmla="*/ 345 w 1336"/>
                <a:gd name="T77" fmla="*/ 476 h 886"/>
                <a:gd name="T78" fmla="*/ 389 w 1336"/>
                <a:gd name="T79" fmla="*/ 564 h 886"/>
                <a:gd name="T80" fmla="*/ 482 w 1336"/>
                <a:gd name="T81" fmla="*/ 518 h 886"/>
                <a:gd name="T82" fmla="*/ 440 w 1336"/>
                <a:gd name="T83" fmla="*/ 475 h 886"/>
                <a:gd name="T84" fmla="*/ 473 w 1336"/>
                <a:gd name="T85" fmla="*/ 469 h 886"/>
                <a:gd name="T86" fmla="*/ 557 w 1336"/>
                <a:gd name="T87" fmla="*/ 497 h 886"/>
                <a:gd name="T88" fmla="*/ 577 w 1336"/>
                <a:gd name="T89" fmla="*/ 524 h 886"/>
                <a:gd name="T90" fmla="*/ 621 w 1336"/>
                <a:gd name="T91" fmla="*/ 581 h 886"/>
                <a:gd name="T92" fmla="*/ 676 w 1336"/>
                <a:gd name="T93" fmla="*/ 503 h 886"/>
                <a:gd name="T94" fmla="*/ 736 w 1336"/>
                <a:gd name="T95" fmla="*/ 539 h 886"/>
                <a:gd name="T96" fmla="*/ 758 w 1336"/>
                <a:gd name="T97" fmla="*/ 620 h 886"/>
                <a:gd name="T98" fmla="*/ 748 w 1336"/>
                <a:gd name="T99" fmla="*/ 582 h 886"/>
                <a:gd name="T100" fmla="*/ 789 w 1336"/>
                <a:gd name="T101" fmla="*/ 592 h 886"/>
                <a:gd name="T102" fmla="*/ 819 w 1336"/>
                <a:gd name="T103" fmla="*/ 513 h 886"/>
                <a:gd name="T104" fmla="*/ 889 w 1336"/>
                <a:gd name="T105" fmla="*/ 426 h 886"/>
                <a:gd name="T106" fmla="*/ 878 w 1336"/>
                <a:gd name="T107" fmla="*/ 394 h 886"/>
                <a:gd name="T108" fmla="*/ 916 w 1336"/>
                <a:gd name="T109" fmla="*/ 387 h 886"/>
                <a:gd name="T110" fmla="*/ 928 w 1336"/>
                <a:gd name="T111" fmla="*/ 417 h 886"/>
                <a:gd name="T112" fmla="*/ 1016 w 1336"/>
                <a:gd name="T113" fmla="*/ 301 h 886"/>
                <a:gd name="T114" fmla="*/ 1145 w 1336"/>
                <a:gd name="T115" fmla="*/ 186 h 886"/>
                <a:gd name="T116" fmla="*/ 1200 w 1336"/>
                <a:gd name="T117" fmla="*/ 204 h 886"/>
                <a:gd name="T118" fmla="*/ 335 w 1336"/>
                <a:gd name="T119" fmla="*/ 450 h 886"/>
                <a:gd name="T120" fmla="*/ 459 w 1336"/>
                <a:gd name="T121" fmla="*/ 398 h 886"/>
                <a:gd name="T122" fmla="*/ 417 w 1336"/>
                <a:gd name="T123" fmla="*/ 326 h 886"/>
                <a:gd name="T124" fmla="*/ 513 w 1336"/>
                <a:gd name="T125" fmla="*/ 409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36" h="886">
                  <a:moveTo>
                    <a:pt x="1289" y="117"/>
                  </a:moveTo>
                  <a:cubicBezTo>
                    <a:pt x="1271" y="107"/>
                    <a:pt x="1247" y="95"/>
                    <a:pt x="1221" y="95"/>
                  </a:cubicBezTo>
                  <a:cubicBezTo>
                    <a:pt x="1214" y="95"/>
                    <a:pt x="1209" y="97"/>
                    <a:pt x="1209" y="100"/>
                  </a:cubicBezTo>
                  <a:cubicBezTo>
                    <a:pt x="1216" y="122"/>
                    <a:pt x="1199" y="100"/>
                    <a:pt x="1195" y="100"/>
                  </a:cubicBezTo>
                  <a:cubicBezTo>
                    <a:pt x="1143" y="99"/>
                    <a:pt x="1143" y="99"/>
                    <a:pt x="1143" y="99"/>
                  </a:cubicBezTo>
                  <a:cubicBezTo>
                    <a:pt x="1140" y="87"/>
                    <a:pt x="1132" y="83"/>
                    <a:pt x="1117" y="83"/>
                  </a:cubicBezTo>
                  <a:cubicBezTo>
                    <a:pt x="1108" y="83"/>
                    <a:pt x="1095" y="86"/>
                    <a:pt x="1090" y="82"/>
                  </a:cubicBezTo>
                  <a:cubicBezTo>
                    <a:pt x="1086" y="78"/>
                    <a:pt x="1086" y="73"/>
                    <a:pt x="1079" y="70"/>
                  </a:cubicBezTo>
                  <a:cubicBezTo>
                    <a:pt x="1065" y="66"/>
                    <a:pt x="1050" y="63"/>
                    <a:pt x="1033" y="63"/>
                  </a:cubicBezTo>
                  <a:cubicBezTo>
                    <a:pt x="1015" y="63"/>
                    <a:pt x="1012" y="73"/>
                    <a:pt x="1011" y="81"/>
                  </a:cubicBezTo>
                  <a:cubicBezTo>
                    <a:pt x="994" y="81"/>
                    <a:pt x="986" y="81"/>
                    <a:pt x="975" y="81"/>
                  </a:cubicBezTo>
                  <a:cubicBezTo>
                    <a:pt x="969" y="81"/>
                    <a:pt x="968" y="76"/>
                    <a:pt x="960" y="75"/>
                  </a:cubicBezTo>
                  <a:cubicBezTo>
                    <a:pt x="959" y="78"/>
                    <a:pt x="958" y="85"/>
                    <a:pt x="954" y="85"/>
                  </a:cubicBezTo>
                  <a:cubicBezTo>
                    <a:pt x="945" y="85"/>
                    <a:pt x="941" y="73"/>
                    <a:pt x="941" y="67"/>
                  </a:cubicBezTo>
                  <a:cubicBezTo>
                    <a:pt x="941" y="66"/>
                    <a:pt x="959" y="55"/>
                    <a:pt x="913" y="51"/>
                  </a:cubicBezTo>
                  <a:cubicBezTo>
                    <a:pt x="907" y="51"/>
                    <a:pt x="903" y="53"/>
                    <a:pt x="903" y="61"/>
                  </a:cubicBezTo>
                  <a:cubicBezTo>
                    <a:pt x="879" y="61"/>
                    <a:pt x="879" y="61"/>
                    <a:pt x="879" y="61"/>
                  </a:cubicBezTo>
                  <a:cubicBezTo>
                    <a:pt x="871" y="57"/>
                    <a:pt x="832" y="54"/>
                    <a:pt x="827" y="45"/>
                  </a:cubicBezTo>
                  <a:cubicBezTo>
                    <a:pt x="797" y="70"/>
                    <a:pt x="804" y="54"/>
                    <a:pt x="804" y="54"/>
                  </a:cubicBezTo>
                  <a:cubicBezTo>
                    <a:pt x="811" y="45"/>
                    <a:pt x="879" y="25"/>
                    <a:pt x="823" y="13"/>
                  </a:cubicBezTo>
                  <a:cubicBezTo>
                    <a:pt x="799" y="13"/>
                    <a:pt x="799" y="13"/>
                    <a:pt x="799" y="13"/>
                  </a:cubicBezTo>
                  <a:cubicBezTo>
                    <a:pt x="797" y="5"/>
                    <a:pt x="792" y="0"/>
                    <a:pt x="782" y="0"/>
                  </a:cubicBezTo>
                  <a:cubicBezTo>
                    <a:pt x="770" y="0"/>
                    <a:pt x="766" y="9"/>
                    <a:pt x="760" y="14"/>
                  </a:cubicBezTo>
                  <a:cubicBezTo>
                    <a:pt x="755" y="17"/>
                    <a:pt x="726" y="29"/>
                    <a:pt x="728" y="18"/>
                  </a:cubicBezTo>
                  <a:cubicBezTo>
                    <a:pt x="721" y="21"/>
                    <a:pt x="689" y="23"/>
                    <a:pt x="672" y="38"/>
                  </a:cubicBezTo>
                  <a:cubicBezTo>
                    <a:pt x="669" y="41"/>
                    <a:pt x="668" y="50"/>
                    <a:pt x="662" y="50"/>
                  </a:cubicBezTo>
                  <a:cubicBezTo>
                    <a:pt x="655" y="50"/>
                    <a:pt x="627" y="47"/>
                    <a:pt x="627" y="60"/>
                  </a:cubicBezTo>
                  <a:cubicBezTo>
                    <a:pt x="627" y="63"/>
                    <a:pt x="629" y="66"/>
                    <a:pt x="630" y="69"/>
                  </a:cubicBezTo>
                  <a:cubicBezTo>
                    <a:pt x="625" y="73"/>
                    <a:pt x="623" y="69"/>
                    <a:pt x="608" y="69"/>
                  </a:cubicBezTo>
                  <a:cubicBezTo>
                    <a:pt x="594" y="87"/>
                    <a:pt x="595" y="67"/>
                    <a:pt x="592" y="63"/>
                  </a:cubicBezTo>
                  <a:cubicBezTo>
                    <a:pt x="591" y="70"/>
                    <a:pt x="586" y="73"/>
                    <a:pt x="580" y="76"/>
                  </a:cubicBezTo>
                  <a:cubicBezTo>
                    <a:pt x="582" y="83"/>
                    <a:pt x="592" y="89"/>
                    <a:pt x="585" y="97"/>
                  </a:cubicBezTo>
                  <a:cubicBezTo>
                    <a:pt x="580" y="102"/>
                    <a:pt x="594" y="119"/>
                    <a:pt x="587" y="119"/>
                  </a:cubicBezTo>
                  <a:cubicBezTo>
                    <a:pt x="577" y="119"/>
                    <a:pt x="575" y="84"/>
                    <a:pt x="575" y="77"/>
                  </a:cubicBezTo>
                  <a:cubicBezTo>
                    <a:pt x="575" y="70"/>
                    <a:pt x="587" y="66"/>
                    <a:pt x="568" y="63"/>
                  </a:cubicBezTo>
                  <a:cubicBezTo>
                    <a:pt x="558" y="61"/>
                    <a:pt x="540" y="77"/>
                    <a:pt x="540" y="85"/>
                  </a:cubicBezTo>
                  <a:cubicBezTo>
                    <a:pt x="540" y="96"/>
                    <a:pt x="544" y="102"/>
                    <a:pt x="550" y="108"/>
                  </a:cubicBezTo>
                  <a:cubicBezTo>
                    <a:pt x="562" y="128"/>
                    <a:pt x="532" y="106"/>
                    <a:pt x="521" y="103"/>
                  </a:cubicBezTo>
                  <a:cubicBezTo>
                    <a:pt x="490" y="95"/>
                    <a:pt x="500" y="105"/>
                    <a:pt x="500" y="107"/>
                  </a:cubicBezTo>
                  <a:cubicBezTo>
                    <a:pt x="499" y="124"/>
                    <a:pt x="492" y="110"/>
                    <a:pt x="487" y="110"/>
                  </a:cubicBezTo>
                  <a:cubicBezTo>
                    <a:pt x="480" y="110"/>
                    <a:pt x="466" y="120"/>
                    <a:pt x="456" y="115"/>
                  </a:cubicBezTo>
                  <a:cubicBezTo>
                    <a:pt x="451" y="101"/>
                    <a:pt x="417" y="132"/>
                    <a:pt x="408" y="132"/>
                  </a:cubicBezTo>
                  <a:cubicBezTo>
                    <a:pt x="405" y="132"/>
                    <a:pt x="401" y="130"/>
                    <a:pt x="402" y="127"/>
                  </a:cubicBezTo>
                  <a:cubicBezTo>
                    <a:pt x="406" y="118"/>
                    <a:pt x="401" y="98"/>
                    <a:pt x="391" y="128"/>
                  </a:cubicBezTo>
                  <a:cubicBezTo>
                    <a:pt x="391" y="130"/>
                    <a:pt x="395" y="131"/>
                    <a:pt x="395" y="135"/>
                  </a:cubicBezTo>
                  <a:cubicBezTo>
                    <a:pt x="395" y="143"/>
                    <a:pt x="383" y="138"/>
                    <a:pt x="376" y="140"/>
                  </a:cubicBezTo>
                  <a:cubicBezTo>
                    <a:pt x="370" y="142"/>
                    <a:pt x="375" y="163"/>
                    <a:pt x="347" y="152"/>
                  </a:cubicBezTo>
                  <a:cubicBezTo>
                    <a:pt x="347" y="161"/>
                    <a:pt x="347" y="161"/>
                    <a:pt x="347" y="161"/>
                  </a:cubicBezTo>
                  <a:cubicBezTo>
                    <a:pt x="335" y="160"/>
                    <a:pt x="336" y="146"/>
                    <a:pt x="331" y="140"/>
                  </a:cubicBezTo>
                  <a:cubicBezTo>
                    <a:pt x="341" y="140"/>
                    <a:pt x="346" y="139"/>
                    <a:pt x="356" y="142"/>
                  </a:cubicBezTo>
                  <a:cubicBezTo>
                    <a:pt x="368" y="145"/>
                    <a:pt x="394" y="129"/>
                    <a:pt x="355" y="117"/>
                  </a:cubicBezTo>
                  <a:cubicBezTo>
                    <a:pt x="344" y="113"/>
                    <a:pt x="319" y="101"/>
                    <a:pt x="312" y="101"/>
                  </a:cubicBezTo>
                  <a:cubicBezTo>
                    <a:pt x="311" y="101"/>
                    <a:pt x="311" y="100"/>
                    <a:pt x="306" y="101"/>
                  </a:cubicBezTo>
                  <a:cubicBezTo>
                    <a:pt x="305" y="101"/>
                    <a:pt x="300" y="100"/>
                    <a:pt x="298" y="100"/>
                  </a:cubicBezTo>
                  <a:cubicBezTo>
                    <a:pt x="298" y="99"/>
                    <a:pt x="297" y="98"/>
                    <a:pt x="294" y="97"/>
                  </a:cubicBezTo>
                  <a:cubicBezTo>
                    <a:pt x="300" y="95"/>
                    <a:pt x="301" y="97"/>
                    <a:pt x="303" y="91"/>
                  </a:cubicBezTo>
                  <a:cubicBezTo>
                    <a:pt x="302" y="90"/>
                    <a:pt x="297" y="87"/>
                    <a:pt x="295" y="87"/>
                  </a:cubicBezTo>
                  <a:cubicBezTo>
                    <a:pt x="294" y="87"/>
                    <a:pt x="293" y="89"/>
                    <a:pt x="292" y="91"/>
                  </a:cubicBezTo>
                  <a:cubicBezTo>
                    <a:pt x="290" y="91"/>
                    <a:pt x="290" y="89"/>
                    <a:pt x="290" y="86"/>
                  </a:cubicBezTo>
                  <a:cubicBezTo>
                    <a:pt x="286" y="88"/>
                    <a:pt x="284" y="89"/>
                    <a:pt x="281" y="92"/>
                  </a:cubicBezTo>
                  <a:cubicBezTo>
                    <a:pt x="281" y="91"/>
                    <a:pt x="281" y="90"/>
                    <a:pt x="280" y="88"/>
                  </a:cubicBezTo>
                  <a:cubicBezTo>
                    <a:pt x="276" y="90"/>
                    <a:pt x="275" y="95"/>
                    <a:pt x="270" y="95"/>
                  </a:cubicBezTo>
                  <a:cubicBezTo>
                    <a:pt x="271" y="92"/>
                    <a:pt x="275" y="91"/>
                    <a:pt x="275" y="87"/>
                  </a:cubicBezTo>
                  <a:cubicBezTo>
                    <a:pt x="275" y="85"/>
                    <a:pt x="266" y="90"/>
                    <a:pt x="263" y="90"/>
                  </a:cubicBezTo>
                  <a:cubicBezTo>
                    <a:pt x="261" y="90"/>
                    <a:pt x="260" y="88"/>
                    <a:pt x="258" y="87"/>
                  </a:cubicBezTo>
                  <a:cubicBezTo>
                    <a:pt x="258" y="88"/>
                    <a:pt x="254" y="89"/>
                    <a:pt x="254" y="90"/>
                  </a:cubicBezTo>
                  <a:cubicBezTo>
                    <a:pt x="254" y="92"/>
                    <a:pt x="256" y="92"/>
                    <a:pt x="257" y="93"/>
                  </a:cubicBezTo>
                  <a:cubicBezTo>
                    <a:pt x="253" y="95"/>
                    <a:pt x="247" y="94"/>
                    <a:pt x="247" y="99"/>
                  </a:cubicBezTo>
                  <a:cubicBezTo>
                    <a:pt x="247" y="95"/>
                    <a:pt x="247" y="95"/>
                    <a:pt x="247" y="95"/>
                  </a:cubicBezTo>
                  <a:cubicBezTo>
                    <a:pt x="243" y="96"/>
                    <a:pt x="239" y="101"/>
                    <a:pt x="239" y="102"/>
                  </a:cubicBezTo>
                  <a:cubicBezTo>
                    <a:pt x="239" y="99"/>
                    <a:pt x="239" y="99"/>
                    <a:pt x="239" y="99"/>
                  </a:cubicBezTo>
                  <a:cubicBezTo>
                    <a:pt x="235" y="100"/>
                    <a:pt x="231" y="99"/>
                    <a:pt x="229" y="102"/>
                  </a:cubicBezTo>
                  <a:cubicBezTo>
                    <a:pt x="230" y="102"/>
                    <a:pt x="229" y="102"/>
                    <a:pt x="230" y="103"/>
                  </a:cubicBezTo>
                  <a:cubicBezTo>
                    <a:pt x="228" y="104"/>
                    <a:pt x="227" y="104"/>
                    <a:pt x="225" y="104"/>
                  </a:cubicBezTo>
                  <a:cubicBezTo>
                    <a:pt x="223" y="104"/>
                    <a:pt x="221" y="106"/>
                    <a:pt x="220" y="107"/>
                  </a:cubicBezTo>
                  <a:cubicBezTo>
                    <a:pt x="222" y="107"/>
                    <a:pt x="222" y="107"/>
                    <a:pt x="224" y="108"/>
                  </a:cubicBezTo>
                  <a:cubicBezTo>
                    <a:pt x="223" y="108"/>
                    <a:pt x="221" y="114"/>
                    <a:pt x="220" y="114"/>
                  </a:cubicBezTo>
                  <a:cubicBezTo>
                    <a:pt x="217" y="114"/>
                    <a:pt x="216" y="111"/>
                    <a:pt x="212" y="111"/>
                  </a:cubicBezTo>
                  <a:cubicBezTo>
                    <a:pt x="213" y="110"/>
                    <a:pt x="213" y="109"/>
                    <a:pt x="211" y="107"/>
                  </a:cubicBezTo>
                  <a:cubicBezTo>
                    <a:pt x="211" y="108"/>
                    <a:pt x="210" y="109"/>
                    <a:pt x="209" y="110"/>
                  </a:cubicBezTo>
                  <a:cubicBezTo>
                    <a:pt x="209" y="110"/>
                    <a:pt x="208" y="109"/>
                    <a:pt x="208" y="109"/>
                  </a:cubicBezTo>
                  <a:cubicBezTo>
                    <a:pt x="206" y="109"/>
                    <a:pt x="205" y="111"/>
                    <a:pt x="204" y="113"/>
                  </a:cubicBezTo>
                  <a:cubicBezTo>
                    <a:pt x="204" y="113"/>
                    <a:pt x="206" y="114"/>
                    <a:pt x="208" y="114"/>
                  </a:cubicBezTo>
                  <a:cubicBezTo>
                    <a:pt x="207" y="114"/>
                    <a:pt x="204" y="115"/>
                    <a:pt x="203" y="117"/>
                  </a:cubicBezTo>
                  <a:cubicBezTo>
                    <a:pt x="208" y="117"/>
                    <a:pt x="211" y="114"/>
                    <a:pt x="216" y="113"/>
                  </a:cubicBezTo>
                  <a:cubicBezTo>
                    <a:pt x="215" y="118"/>
                    <a:pt x="209" y="125"/>
                    <a:pt x="204" y="127"/>
                  </a:cubicBezTo>
                  <a:cubicBezTo>
                    <a:pt x="199" y="129"/>
                    <a:pt x="196" y="132"/>
                    <a:pt x="193" y="137"/>
                  </a:cubicBezTo>
                  <a:cubicBezTo>
                    <a:pt x="193" y="137"/>
                    <a:pt x="191" y="142"/>
                    <a:pt x="191" y="142"/>
                  </a:cubicBezTo>
                  <a:cubicBezTo>
                    <a:pt x="189" y="142"/>
                    <a:pt x="190" y="149"/>
                    <a:pt x="187" y="151"/>
                  </a:cubicBezTo>
                  <a:cubicBezTo>
                    <a:pt x="180" y="156"/>
                    <a:pt x="176" y="164"/>
                    <a:pt x="166" y="167"/>
                  </a:cubicBezTo>
                  <a:cubicBezTo>
                    <a:pt x="169" y="167"/>
                    <a:pt x="169" y="168"/>
                    <a:pt x="172" y="168"/>
                  </a:cubicBezTo>
                  <a:cubicBezTo>
                    <a:pt x="164" y="168"/>
                    <a:pt x="163" y="173"/>
                    <a:pt x="159" y="174"/>
                  </a:cubicBezTo>
                  <a:cubicBezTo>
                    <a:pt x="154" y="175"/>
                    <a:pt x="151" y="178"/>
                    <a:pt x="149" y="182"/>
                  </a:cubicBezTo>
                  <a:cubicBezTo>
                    <a:pt x="147" y="184"/>
                    <a:pt x="144" y="184"/>
                    <a:pt x="144" y="187"/>
                  </a:cubicBezTo>
                  <a:cubicBezTo>
                    <a:pt x="144" y="194"/>
                    <a:pt x="144" y="199"/>
                    <a:pt x="147" y="203"/>
                  </a:cubicBezTo>
                  <a:cubicBezTo>
                    <a:pt x="146" y="205"/>
                    <a:pt x="144" y="208"/>
                    <a:pt x="144" y="209"/>
                  </a:cubicBezTo>
                  <a:cubicBezTo>
                    <a:pt x="147" y="208"/>
                    <a:pt x="147" y="208"/>
                    <a:pt x="151" y="208"/>
                  </a:cubicBezTo>
                  <a:cubicBezTo>
                    <a:pt x="151" y="211"/>
                    <a:pt x="151" y="211"/>
                    <a:pt x="151" y="211"/>
                  </a:cubicBezTo>
                  <a:cubicBezTo>
                    <a:pt x="147" y="212"/>
                    <a:pt x="146" y="213"/>
                    <a:pt x="146" y="215"/>
                  </a:cubicBezTo>
                  <a:cubicBezTo>
                    <a:pt x="146" y="216"/>
                    <a:pt x="155" y="221"/>
                    <a:pt x="156" y="221"/>
                  </a:cubicBezTo>
                  <a:cubicBezTo>
                    <a:pt x="166" y="221"/>
                    <a:pt x="173" y="213"/>
                    <a:pt x="178" y="206"/>
                  </a:cubicBezTo>
                  <a:cubicBezTo>
                    <a:pt x="179" y="208"/>
                    <a:pt x="180" y="210"/>
                    <a:pt x="182" y="211"/>
                  </a:cubicBezTo>
                  <a:cubicBezTo>
                    <a:pt x="182" y="212"/>
                    <a:pt x="181" y="213"/>
                    <a:pt x="181" y="214"/>
                  </a:cubicBezTo>
                  <a:cubicBezTo>
                    <a:pt x="181" y="219"/>
                    <a:pt x="184" y="219"/>
                    <a:pt x="186" y="223"/>
                  </a:cubicBezTo>
                  <a:cubicBezTo>
                    <a:pt x="187" y="228"/>
                    <a:pt x="187" y="231"/>
                    <a:pt x="191" y="235"/>
                  </a:cubicBezTo>
                  <a:cubicBezTo>
                    <a:pt x="191" y="236"/>
                    <a:pt x="190" y="236"/>
                    <a:pt x="190" y="237"/>
                  </a:cubicBezTo>
                  <a:cubicBezTo>
                    <a:pt x="190" y="238"/>
                    <a:pt x="193" y="248"/>
                    <a:pt x="195" y="248"/>
                  </a:cubicBezTo>
                  <a:cubicBezTo>
                    <a:pt x="201" y="248"/>
                    <a:pt x="202" y="241"/>
                    <a:pt x="206" y="241"/>
                  </a:cubicBezTo>
                  <a:cubicBezTo>
                    <a:pt x="208" y="241"/>
                    <a:pt x="209" y="241"/>
                    <a:pt x="212" y="241"/>
                  </a:cubicBezTo>
                  <a:cubicBezTo>
                    <a:pt x="213" y="237"/>
                    <a:pt x="218" y="236"/>
                    <a:pt x="219" y="230"/>
                  </a:cubicBezTo>
                  <a:cubicBezTo>
                    <a:pt x="217" y="230"/>
                    <a:pt x="215" y="229"/>
                    <a:pt x="215" y="226"/>
                  </a:cubicBezTo>
                  <a:cubicBezTo>
                    <a:pt x="215" y="221"/>
                    <a:pt x="217" y="215"/>
                    <a:pt x="222" y="215"/>
                  </a:cubicBezTo>
                  <a:cubicBezTo>
                    <a:pt x="224" y="215"/>
                    <a:pt x="231" y="209"/>
                    <a:pt x="231" y="205"/>
                  </a:cubicBezTo>
                  <a:cubicBezTo>
                    <a:pt x="231" y="201"/>
                    <a:pt x="225" y="197"/>
                    <a:pt x="221" y="196"/>
                  </a:cubicBezTo>
                  <a:cubicBezTo>
                    <a:pt x="221" y="195"/>
                    <a:pt x="219" y="193"/>
                    <a:pt x="219" y="192"/>
                  </a:cubicBezTo>
                  <a:cubicBezTo>
                    <a:pt x="219" y="188"/>
                    <a:pt x="219" y="188"/>
                    <a:pt x="219" y="188"/>
                  </a:cubicBezTo>
                  <a:cubicBezTo>
                    <a:pt x="223" y="186"/>
                    <a:pt x="220" y="182"/>
                    <a:pt x="222" y="179"/>
                  </a:cubicBezTo>
                  <a:cubicBezTo>
                    <a:pt x="224" y="175"/>
                    <a:pt x="228" y="174"/>
                    <a:pt x="232" y="171"/>
                  </a:cubicBezTo>
                  <a:cubicBezTo>
                    <a:pt x="237" y="169"/>
                    <a:pt x="247" y="164"/>
                    <a:pt x="247" y="159"/>
                  </a:cubicBezTo>
                  <a:cubicBezTo>
                    <a:pt x="248" y="158"/>
                    <a:pt x="247" y="156"/>
                    <a:pt x="247" y="154"/>
                  </a:cubicBezTo>
                  <a:cubicBezTo>
                    <a:pt x="247" y="147"/>
                    <a:pt x="253" y="145"/>
                    <a:pt x="261" y="145"/>
                  </a:cubicBezTo>
                  <a:cubicBezTo>
                    <a:pt x="266" y="145"/>
                    <a:pt x="274" y="146"/>
                    <a:pt x="274" y="151"/>
                  </a:cubicBezTo>
                  <a:cubicBezTo>
                    <a:pt x="274" y="155"/>
                    <a:pt x="268" y="156"/>
                    <a:pt x="265" y="158"/>
                  </a:cubicBezTo>
                  <a:cubicBezTo>
                    <a:pt x="259" y="162"/>
                    <a:pt x="254" y="174"/>
                    <a:pt x="245" y="174"/>
                  </a:cubicBezTo>
                  <a:cubicBezTo>
                    <a:pt x="245" y="176"/>
                    <a:pt x="245" y="177"/>
                    <a:pt x="245" y="179"/>
                  </a:cubicBezTo>
                  <a:cubicBezTo>
                    <a:pt x="245" y="181"/>
                    <a:pt x="247" y="186"/>
                    <a:pt x="249" y="187"/>
                  </a:cubicBezTo>
                  <a:cubicBezTo>
                    <a:pt x="249" y="188"/>
                    <a:pt x="246" y="190"/>
                    <a:pt x="246" y="192"/>
                  </a:cubicBezTo>
                  <a:cubicBezTo>
                    <a:pt x="246" y="197"/>
                    <a:pt x="251" y="200"/>
                    <a:pt x="256" y="200"/>
                  </a:cubicBezTo>
                  <a:cubicBezTo>
                    <a:pt x="256" y="203"/>
                    <a:pt x="258" y="203"/>
                    <a:pt x="261" y="203"/>
                  </a:cubicBezTo>
                  <a:cubicBezTo>
                    <a:pt x="265" y="203"/>
                    <a:pt x="270" y="201"/>
                    <a:pt x="274" y="200"/>
                  </a:cubicBezTo>
                  <a:cubicBezTo>
                    <a:pt x="279" y="200"/>
                    <a:pt x="289" y="200"/>
                    <a:pt x="291" y="195"/>
                  </a:cubicBezTo>
                  <a:cubicBezTo>
                    <a:pt x="293" y="198"/>
                    <a:pt x="295" y="199"/>
                    <a:pt x="297" y="203"/>
                  </a:cubicBezTo>
                  <a:cubicBezTo>
                    <a:pt x="294" y="205"/>
                    <a:pt x="288" y="208"/>
                    <a:pt x="285" y="208"/>
                  </a:cubicBezTo>
                  <a:cubicBezTo>
                    <a:pt x="281" y="208"/>
                    <a:pt x="278" y="207"/>
                    <a:pt x="273" y="207"/>
                  </a:cubicBezTo>
                  <a:cubicBezTo>
                    <a:pt x="268" y="207"/>
                    <a:pt x="257" y="211"/>
                    <a:pt x="260" y="214"/>
                  </a:cubicBezTo>
                  <a:cubicBezTo>
                    <a:pt x="272" y="225"/>
                    <a:pt x="266" y="229"/>
                    <a:pt x="263" y="229"/>
                  </a:cubicBezTo>
                  <a:cubicBezTo>
                    <a:pt x="259" y="229"/>
                    <a:pt x="258" y="224"/>
                    <a:pt x="254" y="224"/>
                  </a:cubicBezTo>
                  <a:cubicBezTo>
                    <a:pt x="250" y="224"/>
                    <a:pt x="245" y="234"/>
                    <a:pt x="245" y="239"/>
                  </a:cubicBezTo>
                  <a:cubicBezTo>
                    <a:pt x="245" y="248"/>
                    <a:pt x="238" y="247"/>
                    <a:pt x="237" y="255"/>
                  </a:cubicBezTo>
                  <a:cubicBezTo>
                    <a:pt x="235" y="255"/>
                    <a:pt x="232" y="255"/>
                    <a:pt x="229" y="255"/>
                  </a:cubicBezTo>
                  <a:cubicBezTo>
                    <a:pt x="229" y="255"/>
                    <a:pt x="229" y="254"/>
                    <a:pt x="230" y="253"/>
                  </a:cubicBezTo>
                  <a:cubicBezTo>
                    <a:pt x="228" y="252"/>
                    <a:pt x="225" y="252"/>
                    <a:pt x="222" y="252"/>
                  </a:cubicBezTo>
                  <a:cubicBezTo>
                    <a:pt x="220" y="252"/>
                    <a:pt x="216" y="255"/>
                    <a:pt x="214" y="256"/>
                  </a:cubicBezTo>
                  <a:cubicBezTo>
                    <a:pt x="210" y="258"/>
                    <a:pt x="208" y="257"/>
                    <a:pt x="204" y="259"/>
                  </a:cubicBezTo>
                  <a:cubicBezTo>
                    <a:pt x="203" y="260"/>
                    <a:pt x="202" y="261"/>
                    <a:pt x="200" y="261"/>
                  </a:cubicBezTo>
                  <a:cubicBezTo>
                    <a:pt x="200" y="261"/>
                    <a:pt x="196" y="258"/>
                    <a:pt x="196" y="258"/>
                  </a:cubicBezTo>
                  <a:cubicBezTo>
                    <a:pt x="196" y="257"/>
                    <a:pt x="197" y="257"/>
                    <a:pt x="197" y="255"/>
                  </a:cubicBezTo>
                  <a:cubicBezTo>
                    <a:pt x="192" y="255"/>
                    <a:pt x="188" y="260"/>
                    <a:pt x="182" y="260"/>
                  </a:cubicBezTo>
                  <a:cubicBezTo>
                    <a:pt x="181" y="260"/>
                    <a:pt x="181" y="258"/>
                    <a:pt x="180" y="257"/>
                  </a:cubicBezTo>
                  <a:cubicBezTo>
                    <a:pt x="178" y="257"/>
                    <a:pt x="177" y="256"/>
                    <a:pt x="175" y="256"/>
                  </a:cubicBezTo>
                  <a:cubicBezTo>
                    <a:pt x="175" y="256"/>
                    <a:pt x="175" y="255"/>
                    <a:pt x="175" y="254"/>
                  </a:cubicBezTo>
                  <a:cubicBezTo>
                    <a:pt x="173" y="254"/>
                    <a:pt x="172" y="252"/>
                    <a:pt x="172" y="250"/>
                  </a:cubicBezTo>
                  <a:cubicBezTo>
                    <a:pt x="172" y="246"/>
                    <a:pt x="174" y="244"/>
                    <a:pt x="177" y="241"/>
                  </a:cubicBezTo>
                  <a:cubicBezTo>
                    <a:pt x="177" y="241"/>
                    <a:pt x="179" y="240"/>
                    <a:pt x="179" y="239"/>
                  </a:cubicBezTo>
                  <a:cubicBezTo>
                    <a:pt x="179" y="238"/>
                    <a:pt x="179" y="238"/>
                    <a:pt x="179" y="237"/>
                  </a:cubicBezTo>
                  <a:cubicBezTo>
                    <a:pt x="179" y="237"/>
                    <a:pt x="174" y="237"/>
                    <a:pt x="174" y="235"/>
                  </a:cubicBezTo>
                  <a:cubicBezTo>
                    <a:pt x="174" y="233"/>
                    <a:pt x="175" y="231"/>
                    <a:pt x="175" y="229"/>
                  </a:cubicBezTo>
                  <a:cubicBezTo>
                    <a:pt x="175" y="226"/>
                    <a:pt x="175" y="226"/>
                    <a:pt x="175" y="226"/>
                  </a:cubicBezTo>
                  <a:cubicBezTo>
                    <a:pt x="171" y="230"/>
                    <a:pt x="161" y="231"/>
                    <a:pt x="161" y="241"/>
                  </a:cubicBezTo>
                  <a:cubicBezTo>
                    <a:pt x="161" y="246"/>
                    <a:pt x="166" y="248"/>
                    <a:pt x="166" y="254"/>
                  </a:cubicBezTo>
                  <a:cubicBezTo>
                    <a:pt x="166" y="254"/>
                    <a:pt x="168" y="258"/>
                    <a:pt x="168" y="260"/>
                  </a:cubicBezTo>
                  <a:cubicBezTo>
                    <a:pt x="168" y="261"/>
                    <a:pt x="165" y="263"/>
                    <a:pt x="163" y="263"/>
                  </a:cubicBezTo>
                  <a:cubicBezTo>
                    <a:pt x="161" y="263"/>
                    <a:pt x="159" y="262"/>
                    <a:pt x="158" y="264"/>
                  </a:cubicBezTo>
                  <a:cubicBezTo>
                    <a:pt x="157" y="264"/>
                    <a:pt x="157" y="266"/>
                    <a:pt x="156" y="265"/>
                  </a:cubicBezTo>
                  <a:cubicBezTo>
                    <a:pt x="154" y="266"/>
                    <a:pt x="156" y="265"/>
                    <a:pt x="153" y="265"/>
                  </a:cubicBezTo>
                  <a:cubicBezTo>
                    <a:pt x="148" y="265"/>
                    <a:pt x="144" y="269"/>
                    <a:pt x="141" y="272"/>
                  </a:cubicBezTo>
                  <a:cubicBezTo>
                    <a:pt x="141" y="272"/>
                    <a:pt x="139" y="274"/>
                    <a:pt x="139" y="275"/>
                  </a:cubicBezTo>
                  <a:cubicBezTo>
                    <a:pt x="139" y="277"/>
                    <a:pt x="140" y="280"/>
                    <a:pt x="138" y="282"/>
                  </a:cubicBezTo>
                  <a:cubicBezTo>
                    <a:pt x="137" y="283"/>
                    <a:pt x="128" y="286"/>
                    <a:pt x="127" y="287"/>
                  </a:cubicBezTo>
                  <a:cubicBezTo>
                    <a:pt x="125" y="287"/>
                    <a:pt x="125" y="287"/>
                    <a:pt x="123" y="287"/>
                  </a:cubicBezTo>
                  <a:cubicBezTo>
                    <a:pt x="122" y="293"/>
                    <a:pt x="120" y="298"/>
                    <a:pt x="113" y="298"/>
                  </a:cubicBezTo>
                  <a:cubicBezTo>
                    <a:pt x="113" y="299"/>
                    <a:pt x="111" y="300"/>
                    <a:pt x="110" y="300"/>
                  </a:cubicBezTo>
                  <a:cubicBezTo>
                    <a:pt x="107" y="300"/>
                    <a:pt x="105" y="301"/>
                    <a:pt x="103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1"/>
                    <a:pt x="99" y="304"/>
                    <a:pt x="103" y="304"/>
                  </a:cubicBezTo>
                  <a:cubicBezTo>
                    <a:pt x="103" y="306"/>
                    <a:pt x="103" y="306"/>
                    <a:pt x="103" y="306"/>
                  </a:cubicBezTo>
                  <a:cubicBezTo>
                    <a:pt x="99" y="306"/>
                    <a:pt x="99" y="307"/>
                    <a:pt x="97" y="307"/>
                  </a:cubicBezTo>
                  <a:cubicBezTo>
                    <a:pt x="95" y="307"/>
                    <a:pt x="91" y="306"/>
                    <a:pt x="91" y="305"/>
                  </a:cubicBezTo>
                  <a:cubicBezTo>
                    <a:pt x="88" y="306"/>
                    <a:pt x="82" y="307"/>
                    <a:pt x="82" y="309"/>
                  </a:cubicBezTo>
                  <a:cubicBezTo>
                    <a:pt x="82" y="309"/>
                    <a:pt x="82" y="310"/>
                    <a:pt x="82" y="310"/>
                  </a:cubicBezTo>
                  <a:cubicBezTo>
                    <a:pt x="82" y="313"/>
                    <a:pt x="92" y="315"/>
                    <a:pt x="96" y="316"/>
                  </a:cubicBezTo>
                  <a:cubicBezTo>
                    <a:pt x="97" y="316"/>
                    <a:pt x="97" y="318"/>
                    <a:pt x="98" y="318"/>
                  </a:cubicBezTo>
                  <a:cubicBezTo>
                    <a:pt x="98" y="321"/>
                    <a:pt x="100" y="326"/>
                    <a:pt x="104" y="326"/>
                  </a:cubicBezTo>
                  <a:cubicBezTo>
                    <a:pt x="104" y="327"/>
                    <a:pt x="106" y="327"/>
                    <a:pt x="106" y="329"/>
                  </a:cubicBezTo>
                  <a:cubicBezTo>
                    <a:pt x="106" y="330"/>
                    <a:pt x="105" y="331"/>
                    <a:pt x="105" y="332"/>
                  </a:cubicBezTo>
                  <a:cubicBezTo>
                    <a:pt x="105" y="332"/>
                    <a:pt x="105" y="332"/>
                    <a:pt x="105" y="332"/>
                  </a:cubicBezTo>
                  <a:cubicBezTo>
                    <a:pt x="105" y="333"/>
                    <a:pt x="105" y="337"/>
                    <a:pt x="105" y="338"/>
                  </a:cubicBezTo>
                  <a:cubicBezTo>
                    <a:pt x="105" y="343"/>
                    <a:pt x="102" y="344"/>
                    <a:pt x="102" y="348"/>
                  </a:cubicBezTo>
                  <a:cubicBezTo>
                    <a:pt x="102" y="348"/>
                    <a:pt x="98" y="350"/>
                    <a:pt x="97" y="350"/>
                  </a:cubicBezTo>
                  <a:cubicBezTo>
                    <a:pt x="94" y="350"/>
                    <a:pt x="93" y="349"/>
                    <a:pt x="90" y="349"/>
                  </a:cubicBezTo>
                  <a:cubicBezTo>
                    <a:pt x="79" y="349"/>
                    <a:pt x="79" y="349"/>
                    <a:pt x="79" y="349"/>
                  </a:cubicBezTo>
                  <a:cubicBezTo>
                    <a:pt x="78" y="349"/>
                    <a:pt x="76" y="349"/>
                    <a:pt x="76" y="349"/>
                  </a:cubicBezTo>
                  <a:cubicBezTo>
                    <a:pt x="65" y="349"/>
                    <a:pt x="65" y="349"/>
                    <a:pt x="65" y="349"/>
                  </a:cubicBezTo>
                  <a:cubicBezTo>
                    <a:pt x="64" y="349"/>
                    <a:pt x="63" y="347"/>
                    <a:pt x="62" y="347"/>
                  </a:cubicBezTo>
                  <a:cubicBezTo>
                    <a:pt x="61" y="347"/>
                    <a:pt x="53" y="352"/>
                    <a:pt x="53" y="353"/>
                  </a:cubicBezTo>
                  <a:cubicBezTo>
                    <a:pt x="53" y="355"/>
                    <a:pt x="55" y="358"/>
                    <a:pt x="55" y="361"/>
                  </a:cubicBezTo>
                  <a:cubicBezTo>
                    <a:pt x="55" y="367"/>
                    <a:pt x="53" y="373"/>
                    <a:pt x="53" y="379"/>
                  </a:cubicBezTo>
                  <a:cubicBezTo>
                    <a:pt x="53" y="380"/>
                    <a:pt x="51" y="381"/>
                    <a:pt x="51" y="384"/>
                  </a:cubicBezTo>
                  <a:cubicBezTo>
                    <a:pt x="51" y="386"/>
                    <a:pt x="51" y="387"/>
                    <a:pt x="55" y="387"/>
                  </a:cubicBezTo>
                  <a:cubicBezTo>
                    <a:pt x="55" y="390"/>
                    <a:pt x="55" y="391"/>
                    <a:pt x="55" y="396"/>
                  </a:cubicBezTo>
                  <a:cubicBezTo>
                    <a:pt x="55" y="397"/>
                    <a:pt x="55" y="398"/>
                    <a:pt x="57" y="398"/>
                  </a:cubicBezTo>
                  <a:cubicBezTo>
                    <a:pt x="60" y="398"/>
                    <a:pt x="62" y="396"/>
                    <a:pt x="66" y="396"/>
                  </a:cubicBezTo>
                  <a:cubicBezTo>
                    <a:pt x="71" y="396"/>
                    <a:pt x="72" y="405"/>
                    <a:pt x="75" y="405"/>
                  </a:cubicBezTo>
                  <a:cubicBezTo>
                    <a:pt x="80" y="405"/>
                    <a:pt x="83" y="400"/>
                    <a:pt x="88" y="400"/>
                  </a:cubicBezTo>
                  <a:cubicBezTo>
                    <a:pt x="89" y="400"/>
                    <a:pt x="95" y="399"/>
                    <a:pt x="95" y="400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9" y="401"/>
                    <a:pt x="100" y="395"/>
                    <a:pt x="103" y="394"/>
                  </a:cubicBezTo>
                  <a:cubicBezTo>
                    <a:pt x="108" y="392"/>
                    <a:pt x="109" y="389"/>
                    <a:pt x="112" y="384"/>
                  </a:cubicBezTo>
                  <a:cubicBezTo>
                    <a:pt x="111" y="384"/>
                    <a:pt x="110" y="383"/>
                    <a:pt x="110" y="381"/>
                  </a:cubicBezTo>
                  <a:cubicBezTo>
                    <a:pt x="110" y="376"/>
                    <a:pt x="116" y="367"/>
                    <a:pt x="120" y="366"/>
                  </a:cubicBezTo>
                  <a:cubicBezTo>
                    <a:pt x="125" y="365"/>
                    <a:pt x="130" y="363"/>
                    <a:pt x="132" y="359"/>
                  </a:cubicBezTo>
                  <a:cubicBezTo>
                    <a:pt x="130" y="354"/>
                    <a:pt x="130" y="354"/>
                    <a:pt x="130" y="354"/>
                  </a:cubicBezTo>
                  <a:cubicBezTo>
                    <a:pt x="130" y="350"/>
                    <a:pt x="134" y="348"/>
                    <a:pt x="137" y="348"/>
                  </a:cubicBezTo>
                  <a:cubicBezTo>
                    <a:pt x="142" y="348"/>
                    <a:pt x="145" y="351"/>
                    <a:pt x="150" y="351"/>
                  </a:cubicBezTo>
                  <a:cubicBezTo>
                    <a:pt x="155" y="351"/>
                    <a:pt x="158" y="347"/>
                    <a:pt x="162" y="345"/>
                  </a:cubicBezTo>
                  <a:cubicBezTo>
                    <a:pt x="164" y="344"/>
                    <a:pt x="164" y="341"/>
                    <a:pt x="169" y="341"/>
                  </a:cubicBezTo>
                  <a:cubicBezTo>
                    <a:pt x="177" y="341"/>
                    <a:pt x="179" y="350"/>
                    <a:pt x="183" y="355"/>
                  </a:cubicBezTo>
                  <a:cubicBezTo>
                    <a:pt x="183" y="357"/>
                    <a:pt x="186" y="358"/>
                    <a:pt x="188" y="359"/>
                  </a:cubicBezTo>
                  <a:cubicBezTo>
                    <a:pt x="192" y="363"/>
                    <a:pt x="193" y="365"/>
                    <a:pt x="200" y="367"/>
                  </a:cubicBezTo>
                  <a:cubicBezTo>
                    <a:pt x="200" y="368"/>
                    <a:pt x="204" y="369"/>
                    <a:pt x="205" y="369"/>
                  </a:cubicBezTo>
                  <a:cubicBezTo>
                    <a:pt x="205" y="370"/>
                    <a:pt x="210" y="376"/>
                    <a:pt x="211" y="376"/>
                  </a:cubicBezTo>
                  <a:cubicBezTo>
                    <a:pt x="212" y="378"/>
                    <a:pt x="213" y="379"/>
                    <a:pt x="213" y="382"/>
                  </a:cubicBezTo>
                  <a:cubicBezTo>
                    <a:pt x="213" y="385"/>
                    <a:pt x="212" y="388"/>
                    <a:pt x="210" y="388"/>
                  </a:cubicBezTo>
                  <a:cubicBezTo>
                    <a:pt x="210" y="389"/>
                    <a:pt x="210" y="390"/>
                    <a:pt x="212" y="390"/>
                  </a:cubicBezTo>
                  <a:cubicBezTo>
                    <a:pt x="215" y="390"/>
                    <a:pt x="215" y="385"/>
                    <a:pt x="217" y="383"/>
                  </a:cubicBezTo>
                  <a:cubicBezTo>
                    <a:pt x="217" y="383"/>
                    <a:pt x="220" y="383"/>
                    <a:pt x="220" y="382"/>
                  </a:cubicBezTo>
                  <a:cubicBezTo>
                    <a:pt x="220" y="379"/>
                    <a:pt x="216" y="378"/>
                    <a:pt x="216" y="375"/>
                  </a:cubicBezTo>
                  <a:cubicBezTo>
                    <a:pt x="216" y="373"/>
                    <a:pt x="218" y="372"/>
                    <a:pt x="221" y="372"/>
                  </a:cubicBezTo>
                  <a:cubicBezTo>
                    <a:pt x="224" y="372"/>
                    <a:pt x="226" y="375"/>
                    <a:pt x="228" y="375"/>
                  </a:cubicBezTo>
                  <a:cubicBezTo>
                    <a:pt x="229" y="370"/>
                    <a:pt x="223" y="369"/>
                    <a:pt x="219" y="366"/>
                  </a:cubicBezTo>
                  <a:cubicBezTo>
                    <a:pt x="217" y="366"/>
                    <a:pt x="212" y="365"/>
                    <a:pt x="213" y="362"/>
                  </a:cubicBezTo>
                  <a:cubicBezTo>
                    <a:pt x="213" y="361"/>
                    <a:pt x="213" y="361"/>
                    <a:pt x="213" y="360"/>
                  </a:cubicBezTo>
                  <a:cubicBezTo>
                    <a:pt x="210" y="360"/>
                    <a:pt x="208" y="361"/>
                    <a:pt x="204" y="360"/>
                  </a:cubicBezTo>
                  <a:cubicBezTo>
                    <a:pt x="202" y="359"/>
                    <a:pt x="201" y="355"/>
                    <a:pt x="200" y="352"/>
                  </a:cubicBezTo>
                  <a:cubicBezTo>
                    <a:pt x="199" y="350"/>
                    <a:pt x="197" y="346"/>
                    <a:pt x="194" y="345"/>
                  </a:cubicBezTo>
                  <a:cubicBezTo>
                    <a:pt x="191" y="344"/>
                    <a:pt x="189" y="343"/>
                    <a:pt x="189" y="339"/>
                  </a:cubicBezTo>
                  <a:cubicBezTo>
                    <a:pt x="189" y="338"/>
                    <a:pt x="190" y="336"/>
                    <a:pt x="190" y="335"/>
                  </a:cubicBezTo>
                  <a:cubicBezTo>
                    <a:pt x="190" y="335"/>
                    <a:pt x="189" y="334"/>
                    <a:pt x="189" y="334"/>
                  </a:cubicBezTo>
                  <a:cubicBezTo>
                    <a:pt x="189" y="331"/>
                    <a:pt x="194" y="332"/>
                    <a:pt x="196" y="330"/>
                  </a:cubicBezTo>
                  <a:cubicBezTo>
                    <a:pt x="198" y="332"/>
                    <a:pt x="196" y="337"/>
                    <a:pt x="199" y="337"/>
                  </a:cubicBezTo>
                  <a:cubicBezTo>
                    <a:pt x="202" y="337"/>
                    <a:pt x="204" y="337"/>
                    <a:pt x="206" y="337"/>
                  </a:cubicBezTo>
                  <a:cubicBezTo>
                    <a:pt x="206" y="341"/>
                    <a:pt x="212" y="349"/>
                    <a:pt x="217" y="349"/>
                  </a:cubicBezTo>
                  <a:cubicBezTo>
                    <a:pt x="218" y="349"/>
                    <a:pt x="219" y="349"/>
                    <a:pt x="220" y="349"/>
                  </a:cubicBezTo>
                  <a:cubicBezTo>
                    <a:pt x="220" y="353"/>
                    <a:pt x="224" y="352"/>
                    <a:pt x="227" y="354"/>
                  </a:cubicBezTo>
                  <a:cubicBezTo>
                    <a:pt x="230" y="355"/>
                    <a:pt x="235" y="360"/>
                    <a:pt x="235" y="363"/>
                  </a:cubicBezTo>
                  <a:cubicBezTo>
                    <a:pt x="235" y="365"/>
                    <a:pt x="235" y="366"/>
                    <a:pt x="235" y="369"/>
                  </a:cubicBezTo>
                  <a:cubicBezTo>
                    <a:pt x="235" y="374"/>
                    <a:pt x="239" y="376"/>
                    <a:pt x="241" y="379"/>
                  </a:cubicBezTo>
                  <a:cubicBezTo>
                    <a:pt x="243" y="381"/>
                    <a:pt x="245" y="383"/>
                    <a:pt x="246" y="386"/>
                  </a:cubicBezTo>
                  <a:cubicBezTo>
                    <a:pt x="246" y="387"/>
                    <a:pt x="247" y="389"/>
                    <a:pt x="247" y="389"/>
                  </a:cubicBezTo>
                  <a:cubicBezTo>
                    <a:pt x="249" y="389"/>
                    <a:pt x="250" y="389"/>
                    <a:pt x="251" y="389"/>
                  </a:cubicBezTo>
                  <a:cubicBezTo>
                    <a:pt x="251" y="389"/>
                    <a:pt x="248" y="391"/>
                    <a:pt x="248" y="393"/>
                  </a:cubicBezTo>
                  <a:cubicBezTo>
                    <a:pt x="248" y="397"/>
                    <a:pt x="251" y="401"/>
                    <a:pt x="255" y="401"/>
                  </a:cubicBezTo>
                  <a:cubicBezTo>
                    <a:pt x="255" y="401"/>
                    <a:pt x="257" y="401"/>
                    <a:pt x="258" y="401"/>
                  </a:cubicBezTo>
                  <a:cubicBezTo>
                    <a:pt x="256" y="397"/>
                    <a:pt x="257" y="396"/>
                    <a:pt x="257" y="395"/>
                  </a:cubicBezTo>
                  <a:cubicBezTo>
                    <a:pt x="257" y="393"/>
                    <a:pt x="259" y="392"/>
                    <a:pt x="255" y="390"/>
                  </a:cubicBezTo>
                  <a:cubicBezTo>
                    <a:pt x="255" y="388"/>
                    <a:pt x="255" y="388"/>
                    <a:pt x="255" y="388"/>
                  </a:cubicBezTo>
                  <a:cubicBezTo>
                    <a:pt x="259" y="389"/>
                    <a:pt x="260" y="393"/>
                    <a:pt x="263" y="393"/>
                  </a:cubicBezTo>
                  <a:cubicBezTo>
                    <a:pt x="263" y="393"/>
                    <a:pt x="263" y="393"/>
                    <a:pt x="263" y="393"/>
                  </a:cubicBezTo>
                  <a:cubicBezTo>
                    <a:pt x="264" y="389"/>
                    <a:pt x="266" y="392"/>
                    <a:pt x="267" y="391"/>
                  </a:cubicBezTo>
                  <a:cubicBezTo>
                    <a:pt x="267" y="391"/>
                    <a:pt x="266" y="389"/>
                    <a:pt x="266" y="389"/>
                  </a:cubicBezTo>
                  <a:cubicBezTo>
                    <a:pt x="264" y="389"/>
                    <a:pt x="258" y="383"/>
                    <a:pt x="258" y="382"/>
                  </a:cubicBezTo>
                  <a:cubicBezTo>
                    <a:pt x="258" y="381"/>
                    <a:pt x="259" y="381"/>
                    <a:pt x="259" y="379"/>
                  </a:cubicBezTo>
                  <a:cubicBezTo>
                    <a:pt x="255" y="374"/>
                    <a:pt x="255" y="374"/>
                    <a:pt x="255" y="374"/>
                  </a:cubicBezTo>
                  <a:cubicBezTo>
                    <a:pt x="255" y="373"/>
                    <a:pt x="256" y="372"/>
                    <a:pt x="257" y="372"/>
                  </a:cubicBezTo>
                  <a:cubicBezTo>
                    <a:pt x="259" y="372"/>
                    <a:pt x="260" y="375"/>
                    <a:pt x="263" y="375"/>
                  </a:cubicBezTo>
                  <a:cubicBezTo>
                    <a:pt x="264" y="373"/>
                    <a:pt x="264" y="372"/>
                    <a:pt x="263" y="370"/>
                  </a:cubicBezTo>
                  <a:cubicBezTo>
                    <a:pt x="266" y="369"/>
                    <a:pt x="267" y="367"/>
                    <a:pt x="271" y="367"/>
                  </a:cubicBezTo>
                  <a:cubicBezTo>
                    <a:pt x="275" y="367"/>
                    <a:pt x="277" y="372"/>
                    <a:pt x="280" y="372"/>
                  </a:cubicBezTo>
                  <a:cubicBezTo>
                    <a:pt x="283" y="372"/>
                    <a:pt x="284" y="369"/>
                    <a:pt x="287" y="367"/>
                  </a:cubicBezTo>
                  <a:cubicBezTo>
                    <a:pt x="289" y="367"/>
                    <a:pt x="290" y="367"/>
                    <a:pt x="293" y="367"/>
                  </a:cubicBezTo>
                  <a:cubicBezTo>
                    <a:pt x="294" y="367"/>
                    <a:pt x="295" y="367"/>
                    <a:pt x="295" y="366"/>
                  </a:cubicBezTo>
                  <a:cubicBezTo>
                    <a:pt x="294" y="364"/>
                    <a:pt x="288" y="361"/>
                    <a:pt x="288" y="356"/>
                  </a:cubicBezTo>
                  <a:cubicBezTo>
                    <a:pt x="288" y="353"/>
                    <a:pt x="291" y="348"/>
                    <a:pt x="295" y="346"/>
                  </a:cubicBezTo>
                  <a:cubicBezTo>
                    <a:pt x="295" y="340"/>
                    <a:pt x="295" y="340"/>
                    <a:pt x="295" y="340"/>
                  </a:cubicBezTo>
                  <a:cubicBezTo>
                    <a:pt x="295" y="339"/>
                    <a:pt x="295" y="341"/>
                    <a:pt x="296" y="337"/>
                  </a:cubicBezTo>
                  <a:cubicBezTo>
                    <a:pt x="296" y="335"/>
                    <a:pt x="298" y="334"/>
                    <a:pt x="301" y="333"/>
                  </a:cubicBezTo>
                  <a:cubicBezTo>
                    <a:pt x="300" y="332"/>
                    <a:pt x="301" y="331"/>
                    <a:pt x="300" y="330"/>
                  </a:cubicBezTo>
                  <a:cubicBezTo>
                    <a:pt x="305" y="328"/>
                    <a:pt x="306" y="323"/>
                    <a:pt x="311" y="323"/>
                  </a:cubicBezTo>
                  <a:cubicBezTo>
                    <a:pt x="315" y="323"/>
                    <a:pt x="325" y="340"/>
                    <a:pt x="328" y="340"/>
                  </a:cubicBezTo>
                  <a:cubicBezTo>
                    <a:pt x="332" y="340"/>
                    <a:pt x="342" y="335"/>
                    <a:pt x="344" y="333"/>
                  </a:cubicBezTo>
                  <a:cubicBezTo>
                    <a:pt x="344" y="333"/>
                    <a:pt x="338" y="332"/>
                    <a:pt x="338" y="332"/>
                  </a:cubicBezTo>
                  <a:cubicBezTo>
                    <a:pt x="337" y="332"/>
                    <a:pt x="334" y="331"/>
                    <a:pt x="334" y="328"/>
                  </a:cubicBezTo>
                  <a:cubicBezTo>
                    <a:pt x="334" y="326"/>
                    <a:pt x="351" y="320"/>
                    <a:pt x="357" y="318"/>
                  </a:cubicBezTo>
                  <a:cubicBezTo>
                    <a:pt x="357" y="318"/>
                    <a:pt x="354" y="321"/>
                    <a:pt x="353" y="322"/>
                  </a:cubicBezTo>
                  <a:cubicBezTo>
                    <a:pt x="353" y="323"/>
                    <a:pt x="359" y="329"/>
                    <a:pt x="346" y="333"/>
                  </a:cubicBezTo>
                  <a:cubicBezTo>
                    <a:pt x="351" y="346"/>
                    <a:pt x="377" y="344"/>
                    <a:pt x="377" y="361"/>
                  </a:cubicBezTo>
                  <a:cubicBezTo>
                    <a:pt x="374" y="363"/>
                    <a:pt x="371" y="365"/>
                    <a:pt x="367" y="365"/>
                  </a:cubicBezTo>
                  <a:cubicBezTo>
                    <a:pt x="365" y="365"/>
                    <a:pt x="361" y="365"/>
                    <a:pt x="354" y="365"/>
                  </a:cubicBezTo>
                  <a:cubicBezTo>
                    <a:pt x="352" y="365"/>
                    <a:pt x="343" y="364"/>
                    <a:pt x="343" y="361"/>
                  </a:cubicBezTo>
                  <a:cubicBezTo>
                    <a:pt x="338" y="361"/>
                    <a:pt x="338" y="358"/>
                    <a:pt x="332" y="358"/>
                  </a:cubicBezTo>
                  <a:cubicBezTo>
                    <a:pt x="328" y="358"/>
                    <a:pt x="322" y="359"/>
                    <a:pt x="319" y="360"/>
                  </a:cubicBezTo>
                  <a:cubicBezTo>
                    <a:pt x="316" y="362"/>
                    <a:pt x="312" y="365"/>
                    <a:pt x="310" y="365"/>
                  </a:cubicBezTo>
                  <a:cubicBezTo>
                    <a:pt x="310" y="365"/>
                    <a:pt x="305" y="365"/>
                    <a:pt x="302" y="365"/>
                  </a:cubicBezTo>
                  <a:cubicBezTo>
                    <a:pt x="301" y="365"/>
                    <a:pt x="297" y="364"/>
                    <a:pt x="297" y="366"/>
                  </a:cubicBezTo>
                  <a:cubicBezTo>
                    <a:pt x="297" y="368"/>
                    <a:pt x="298" y="367"/>
                    <a:pt x="299" y="369"/>
                  </a:cubicBezTo>
                  <a:cubicBezTo>
                    <a:pt x="295" y="371"/>
                    <a:pt x="278" y="370"/>
                    <a:pt x="278" y="377"/>
                  </a:cubicBezTo>
                  <a:cubicBezTo>
                    <a:pt x="278" y="378"/>
                    <a:pt x="281" y="378"/>
                    <a:pt x="282" y="378"/>
                  </a:cubicBezTo>
                  <a:cubicBezTo>
                    <a:pt x="282" y="379"/>
                    <a:pt x="282" y="379"/>
                    <a:pt x="282" y="381"/>
                  </a:cubicBezTo>
                  <a:cubicBezTo>
                    <a:pt x="282" y="385"/>
                    <a:pt x="280" y="385"/>
                    <a:pt x="278" y="387"/>
                  </a:cubicBezTo>
                  <a:cubicBezTo>
                    <a:pt x="281" y="389"/>
                    <a:pt x="283" y="388"/>
                    <a:pt x="285" y="391"/>
                  </a:cubicBezTo>
                  <a:cubicBezTo>
                    <a:pt x="283" y="394"/>
                    <a:pt x="290" y="398"/>
                    <a:pt x="291" y="399"/>
                  </a:cubicBezTo>
                  <a:cubicBezTo>
                    <a:pt x="291" y="399"/>
                    <a:pt x="290" y="401"/>
                    <a:pt x="289" y="401"/>
                  </a:cubicBezTo>
                  <a:cubicBezTo>
                    <a:pt x="292" y="401"/>
                    <a:pt x="292" y="401"/>
                    <a:pt x="292" y="401"/>
                  </a:cubicBezTo>
                  <a:cubicBezTo>
                    <a:pt x="296" y="397"/>
                    <a:pt x="298" y="404"/>
                    <a:pt x="302" y="404"/>
                  </a:cubicBezTo>
                  <a:cubicBezTo>
                    <a:pt x="307" y="404"/>
                    <a:pt x="306" y="399"/>
                    <a:pt x="310" y="399"/>
                  </a:cubicBezTo>
                  <a:cubicBezTo>
                    <a:pt x="315" y="399"/>
                    <a:pt x="317" y="404"/>
                    <a:pt x="322" y="404"/>
                  </a:cubicBezTo>
                  <a:cubicBezTo>
                    <a:pt x="328" y="404"/>
                    <a:pt x="329" y="401"/>
                    <a:pt x="333" y="399"/>
                  </a:cubicBezTo>
                  <a:cubicBezTo>
                    <a:pt x="334" y="400"/>
                    <a:pt x="336" y="400"/>
                    <a:pt x="338" y="400"/>
                  </a:cubicBezTo>
                  <a:cubicBezTo>
                    <a:pt x="340" y="400"/>
                    <a:pt x="339" y="399"/>
                    <a:pt x="343" y="398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1" y="401"/>
                    <a:pt x="341" y="403"/>
                  </a:cubicBezTo>
                  <a:cubicBezTo>
                    <a:pt x="341" y="406"/>
                    <a:pt x="342" y="409"/>
                    <a:pt x="342" y="413"/>
                  </a:cubicBezTo>
                  <a:cubicBezTo>
                    <a:pt x="342" y="418"/>
                    <a:pt x="337" y="419"/>
                    <a:pt x="336" y="423"/>
                  </a:cubicBezTo>
                  <a:cubicBezTo>
                    <a:pt x="334" y="428"/>
                    <a:pt x="334" y="430"/>
                    <a:pt x="332" y="435"/>
                  </a:cubicBezTo>
                  <a:cubicBezTo>
                    <a:pt x="332" y="436"/>
                    <a:pt x="330" y="436"/>
                    <a:pt x="330" y="438"/>
                  </a:cubicBezTo>
                  <a:cubicBezTo>
                    <a:pt x="332" y="442"/>
                    <a:pt x="332" y="442"/>
                    <a:pt x="332" y="442"/>
                  </a:cubicBezTo>
                  <a:cubicBezTo>
                    <a:pt x="331" y="441"/>
                    <a:pt x="331" y="440"/>
                    <a:pt x="331" y="439"/>
                  </a:cubicBezTo>
                  <a:cubicBezTo>
                    <a:pt x="328" y="440"/>
                    <a:pt x="328" y="441"/>
                    <a:pt x="324" y="441"/>
                  </a:cubicBezTo>
                  <a:cubicBezTo>
                    <a:pt x="319" y="441"/>
                    <a:pt x="317" y="438"/>
                    <a:pt x="312" y="438"/>
                  </a:cubicBezTo>
                  <a:cubicBezTo>
                    <a:pt x="305" y="438"/>
                    <a:pt x="303" y="442"/>
                    <a:pt x="296" y="442"/>
                  </a:cubicBezTo>
                  <a:cubicBezTo>
                    <a:pt x="288" y="442"/>
                    <a:pt x="278" y="438"/>
                    <a:pt x="271" y="435"/>
                  </a:cubicBezTo>
                  <a:cubicBezTo>
                    <a:pt x="267" y="434"/>
                    <a:pt x="262" y="436"/>
                    <a:pt x="260" y="434"/>
                  </a:cubicBezTo>
                  <a:cubicBezTo>
                    <a:pt x="259" y="432"/>
                    <a:pt x="256" y="433"/>
                    <a:pt x="256" y="429"/>
                  </a:cubicBezTo>
                  <a:cubicBezTo>
                    <a:pt x="251" y="429"/>
                    <a:pt x="251" y="429"/>
                    <a:pt x="251" y="429"/>
                  </a:cubicBezTo>
                  <a:cubicBezTo>
                    <a:pt x="251" y="428"/>
                    <a:pt x="251" y="428"/>
                    <a:pt x="251" y="428"/>
                  </a:cubicBezTo>
                  <a:cubicBezTo>
                    <a:pt x="244" y="430"/>
                    <a:pt x="239" y="430"/>
                    <a:pt x="239" y="437"/>
                  </a:cubicBezTo>
                  <a:cubicBezTo>
                    <a:pt x="239" y="439"/>
                    <a:pt x="239" y="440"/>
                    <a:pt x="239" y="442"/>
                  </a:cubicBezTo>
                  <a:cubicBezTo>
                    <a:pt x="239" y="443"/>
                    <a:pt x="236" y="444"/>
                    <a:pt x="234" y="444"/>
                  </a:cubicBezTo>
                  <a:cubicBezTo>
                    <a:pt x="217" y="444"/>
                    <a:pt x="212" y="425"/>
                    <a:pt x="197" y="425"/>
                  </a:cubicBezTo>
                  <a:cubicBezTo>
                    <a:pt x="195" y="425"/>
                    <a:pt x="193" y="425"/>
                    <a:pt x="191" y="425"/>
                  </a:cubicBezTo>
                  <a:cubicBezTo>
                    <a:pt x="186" y="425"/>
                    <a:pt x="180" y="421"/>
                    <a:pt x="180" y="415"/>
                  </a:cubicBezTo>
                  <a:cubicBezTo>
                    <a:pt x="180" y="412"/>
                    <a:pt x="183" y="411"/>
                    <a:pt x="183" y="407"/>
                  </a:cubicBezTo>
                  <a:cubicBezTo>
                    <a:pt x="183" y="405"/>
                    <a:pt x="180" y="404"/>
                    <a:pt x="180" y="402"/>
                  </a:cubicBezTo>
                  <a:cubicBezTo>
                    <a:pt x="180" y="399"/>
                    <a:pt x="183" y="400"/>
                    <a:pt x="184" y="397"/>
                  </a:cubicBezTo>
                  <a:cubicBezTo>
                    <a:pt x="182" y="397"/>
                    <a:pt x="182" y="398"/>
                    <a:pt x="180" y="398"/>
                  </a:cubicBezTo>
                  <a:cubicBezTo>
                    <a:pt x="177" y="398"/>
                    <a:pt x="178" y="394"/>
                    <a:pt x="174" y="394"/>
                  </a:cubicBezTo>
                  <a:cubicBezTo>
                    <a:pt x="169" y="394"/>
                    <a:pt x="169" y="397"/>
                    <a:pt x="164" y="397"/>
                  </a:cubicBezTo>
                  <a:cubicBezTo>
                    <a:pt x="162" y="397"/>
                    <a:pt x="161" y="396"/>
                    <a:pt x="158" y="396"/>
                  </a:cubicBezTo>
                  <a:cubicBezTo>
                    <a:pt x="154" y="396"/>
                    <a:pt x="151" y="399"/>
                    <a:pt x="148" y="399"/>
                  </a:cubicBezTo>
                  <a:cubicBezTo>
                    <a:pt x="146" y="399"/>
                    <a:pt x="143" y="397"/>
                    <a:pt x="140" y="397"/>
                  </a:cubicBezTo>
                  <a:cubicBezTo>
                    <a:pt x="130" y="397"/>
                    <a:pt x="113" y="403"/>
                    <a:pt x="104" y="408"/>
                  </a:cubicBezTo>
                  <a:cubicBezTo>
                    <a:pt x="102" y="409"/>
                    <a:pt x="101" y="412"/>
                    <a:pt x="96" y="412"/>
                  </a:cubicBezTo>
                  <a:cubicBezTo>
                    <a:pt x="88" y="412"/>
                    <a:pt x="82" y="411"/>
                    <a:pt x="77" y="406"/>
                  </a:cubicBezTo>
                  <a:cubicBezTo>
                    <a:pt x="74" y="408"/>
                    <a:pt x="74" y="409"/>
                    <a:pt x="72" y="413"/>
                  </a:cubicBezTo>
                  <a:cubicBezTo>
                    <a:pt x="73" y="413"/>
                    <a:pt x="73" y="413"/>
                    <a:pt x="73" y="413"/>
                  </a:cubicBezTo>
                  <a:cubicBezTo>
                    <a:pt x="67" y="421"/>
                    <a:pt x="59" y="427"/>
                    <a:pt x="53" y="434"/>
                  </a:cubicBezTo>
                  <a:cubicBezTo>
                    <a:pt x="49" y="440"/>
                    <a:pt x="52" y="443"/>
                    <a:pt x="50" y="452"/>
                  </a:cubicBezTo>
                  <a:cubicBezTo>
                    <a:pt x="48" y="455"/>
                    <a:pt x="43" y="460"/>
                    <a:pt x="39" y="462"/>
                  </a:cubicBezTo>
                  <a:cubicBezTo>
                    <a:pt x="35" y="464"/>
                    <a:pt x="29" y="463"/>
                    <a:pt x="26" y="468"/>
                  </a:cubicBezTo>
                  <a:cubicBezTo>
                    <a:pt x="21" y="475"/>
                    <a:pt x="14" y="487"/>
                    <a:pt x="11" y="496"/>
                  </a:cubicBezTo>
                  <a:cubicBezTo>
                    <a:pt x="10" y="500"/>
                    <a:pt x="5" y="502"/>
                    <a:pt x="5" y="507"/>
                  </a:cubicBezTo>
                  <a:cubicBezTo>
                    <a:pt x="5" y="516"/>
                    <a:pt x="9" y="522"/>
                    <a:pt x="9" y="532"/>
                  </a:cubicBezTo>
                  <a:cubicBezTo>
                    <a:pt x="9" y="538"/>
                    <a:pt x="5" y="550"/>
                    <a:pt x="0" y="553"/>
                  </a:cubicBezTo>
                  <a:cubicBezTo>
                    <a:pt x="1" y="556"/>
                    <a:pt x="3" y="558"/>
                    <a:pt x="3" y="561"/>
                  </a:cubicBezTo>
                  <a:cubicBezTo>
                    <a:pt x="3" y="563"/>
                    <a:pt x="4" y="565"/>
                    <a:pt x="4" y="569"/>
                  </a:cubicBezTo>
                  <a:cubicBezTo>
                    <a:pt x="3" y="569"/>
                    <a:pt x="3" y="569"/>
                    <a:pt x="3" y="569"/>
                  </a:cubicBezTo>
                  <a:cubicBezTo>
                    <a:pt x="5" y="569"/>
                    <a:pt x="5" y="570"/>
                    <a:pt x="6" y="571"/>
                  </a:cubicBezTo>
                  <a:cubicBezTo>
                    <a:pt x="6" y="572"/>
                    <a:pt x="18" y="583"/>
                    <a:pt x="20" y="584"/>
                  </a:cubicBezTo>
                  <a:cubicBezTo>
                    <a:pt x="26" y="588"/>
                    <a:pt x="27" y="593"/>
                    <a:pt x="31" y="600"/>
                  </a:cubicBezTo>
                  <a:cubicBezTo>
                    <a:pt x="36" y="607"/>
                    <a:pt x="49" y="615"/>
                    <a:pt x="56" y="620"/>
                  </a:cubicBezTo>
                  <a:cubicBezTo>
                    <a:pt x="57" y="620"/>
                    <a:pt x="60" y="621"/>
                    <a:pt x="62" y="621"/>
                  </a:cubicBezTo>
                  <a:cubicBezTo>
                    <a:pt x="71" y="621"/>
                    <a:pt x="75" y="617"/>
                    <a:pt x="84" y="617"/>
                  </a:cubicBezTo>
                  <a:cubicBezTo>
                    <a:pt x="89" y="617"/>
                    <a:pt x="94" y="620"/>
                    <a:pt x="98" y="620"/>
                  </a:cubicBezTo>
                  <a:cubicBezTo>
                    <a:pt x="101" y="620"/>
                    <a:pt x="102" y="617"/>
                    <a:pt x="106" y="616"/>
                  </a:cubicBezTo>
                  <a:cubicBezTo>
                    <a:pt x="114" y="613"/>
                    <a:pt x="123" y="608"/>
                    <a:pt x="134" y="608"/>
                  </a:cubicBezTo>
                  <a:cubicBezTo>
                    <a:pt x="143" y="608"/>
                    <a:pt x="145" y="621"/>
                    <a:pt x="152" y="621"/>
                  </a:cubicBezTo>
                  <a:cubicBezTo>
                    <a:pt x="154" y="621"/>
                    <a:pt x="157" y="621"/>
                    <a:pt x="161" y="621"/>
                  </a:cubicBezTo>
                  <a:cubicBezTo>
                    <a:pt x="169" y="621"/>
                    <a:pt x="173" y="626"/>
                    <a:pt x="175" y="631"/>
                  </a:cubicBezTo>
                  <a:cubicBezTo>
                    <a:pt x="173" y="633"/>
                    <a:pt x="173" y="639"/>
                    <a:pt x="173" y="642"/>
                  </a:cubicBezTo>
                  <a:cubicBezTo>
                    <a:pt x="173" y="643"/>
                    <a:pt x="172" y="644"/>
                    <a:pt x="173" y="646"/>
                  </a:cubicBezTo>
                  <a:cubicBezTo>
                    <a:pt x="171" y="646"/>
                    <a:pt x="168" y="652"/>
                    <a:pt x="168" y="655"/>
                  </a:cubicBezTo>
                  <a:cubicBezTo>
                    <a:pt x="168" y="665"/>
                    <a:pt x="181" y="673"/>
                    <a:pt x="187" y="681"/>
                  </a:cubicBezTo>
                  <a:cubicBezTo>
                    <a:pt x="190" y="685"/>
                    <a:pt x="189" y="690"/>
                    <a:pt x="191" y="694"/>
                  </a:cubicBezTo>
                  <a:cubicBezTo>
                    <a:pt x="193" y="700"/>
                    <a:pt x="195" y="703"/>
                    <a:pt x="196" y="713"/>
                  </a:cubicBezTo>
                  <a:cubicBezTo>
                    <a:pt x="197" y="718"/>
                    <a:pt x="199" y="720"/>
                    <a:pt x="199" y="726"/>
                  </a:cubicBezTo>
                  <a:cubicBezTo>
                    <a:pt x="199" y="738"/>
                    <a:pt x="185" y="742"/>
                    <a:pt x="185" y="758"/>
                  </a:cubicBezTo>
                  <a:cubicBezTo>
                    <a:pt x="185" y="773"/>
                    <a:pt x="192" y="781"/>
                    <a:pt x="198" y="792"/>
                  </a:cubicBezTo>
                  <a:cubicBezTo>
                    <a:pt x="200" y="795"/>
                    <a:pt x="203" y="796"/>
                    <a:pt x="203" y="799"/>
                  </a:cubicBezTo>
                  <a:cubicBezTo>
                    <a:pt x="203" y="801"/>
                    <a:pt x="203" y="802"/>
                    <a:pt x="203" y="805"/>
                  </a:cubicBezTo>
                  <a:cubicBezTo>
                    <a:pt x="203" y="825"/>
                    <a:pt x="213" y="839"/>
                    <a:pt x="221" y="853"/>
                  </a:cubicBezTo>
                  <a:cubicBezTo>
                    <a:pt x="222" y="855"/>
                    <a:pt x="229" y="861"/>
                    <a:pt x="229" y="865"/>
                  </a:cubicBezTo>
                  <a:cubicBezTo>
                    <a:pt x="229" y="868"/>
                    <a:pt x="228" y="869"/>
                    <a:pt x="226" y="871"/>
                  </a:cubicBezTo>
                  <a:cubicBezTo>
                    <a:pt x="228" y="873"/>
                    <a:pt x="230" y="878"/>
                    <a:pt x="230" y="883"/>
                  </a:cubicBezTo>
                  <a:cubicBezTo>
                    <a:pt x="230" y="882"/>
                    <a:pt x="231" y="882"/>
                    <a:pt x="232" y="881"/>
                  </a:cubicBezTo>
                  <a:cubicBezTo>
                    <a:pt x="233" y="884"/>
                    <a:pt x="235" y="886"/>
                    <a:pt x="239" y="886"/>
                  </a:cubicBezTo>
                  <a:cubicBezTo>
                    <a:pt x="248" y="886"/>
                    <a:pt x="254" y="879"/>
                    <a:pt x="263" y="879"/>
                  </a:cubicBezTo>
                  <a:cubicBezTo>
                    <a:pt x="266" y="879"/>
                    <a:pt x="267" y="881"/>
                    <a:pt x="269" y="881"/>
                  </a:cubicBezTo>
                  <a:cubicBezTo>
                    <a:pt x="271" y="881"/>
                    <a:pt x="273" y="880"/>
                    <a:pt x="276" y="880"/>
                  </a:cubicBezTo>
                  <a:cubicBezTo>
                    <a:pt x="277" y="876"/>
                    <a:pt x="283" y="878"/>
                    <a:pt x="286" y="876"/>
                  </a:cubicBezTo>
                  <a:cubicBezTo>
                    <a:pt x="296" y="871"/>
                    <a:pt x="298" y="865"/>
                    <a:pt x="304" y="858"/>
                  </a:cubicBezTo>
                  <a:cubicBezTo>
                    <a:pt x="307" y="853"/>
                    <a:pt x="308" y="848"/>
                    <a:pt x="313" y="843"/>
                  </a:cubicBezTo>
                  <a:cubicBezTo>
                    <a:pt x="316" y="840"/>
                    <a:pt x="322" y="835"/>
                    <a:pt x="322" y="829"/>
                  </a:cubicBezTo>
                  <a:cubicBezTo>
                    <a:pt x="322" y="827"/>
                    <a:pt x="321" y="825"/>
                    <a:pt x="319" y="824"/>
                  </a:cubicBezTo>
                  <a:cubicBezTo>
                    <a:pt x="321" y="818"/>
                    <a:pt x="324" y="816"/>
                    <a:pt x="330" y="813"/>
                  </a:cubicBezTo>
                  <a:cubicBezTo>
                    <a:pt x="332" y="813"/>
                    <a:pt x="335" y="814"/>
                    <a:pt x="337" y="812"/>
                  </a:cubicBezTo>
                  <a:cubicBezTo>
                    <a:pt x="338" y="810"/>
                    <a:pt x="339" y="802"/>
                    <a:pt x="339" y="799"/>
                  </a:cubicBezTo>
                  <a:cubicBezTo>
                    <a:pt x="339" y="792"/>
                    <a:pt x="332" y="788"/>
                    <a:pt x="332" y="783"/>
                  </a:cubicBezTo>
                  <a:cubicBezTo>
                    <a:pt x="332" y="781"/>
                    <a:pt x="336" y="777"/>
                    <a:pt x="339" y="777"/>
                  </a:cubicBezTo>
                  <a:cubicBezTo>
                    <a:pt x="341" y="762"/>
                    <a:pt x="371" y="764"/>
                    <a:pt x="371" y="746"/>
                  </a:cubicBezTo>
                  <a:cubicBezTo>
                    <a:pt x="371" y="744"/>
                    <a:pt x="371" y="743"/>
                    <a:pt x="370" y="742"/>
                  </a:cubicBezTo>
                  <a:cubicBezTo>
                    <a:pt x="370" y="735"/>
                    <a:pt x="371" y="731"/>
                    <a:pt x="371" y="727"/>
                  </a:cubicBezTo>
                  <a:cubicBezTo>
                    <a:pt x="371" y="722"/>
                    <a:pt x="371" y="722"/>
                    <a:pt x="371" y="722"/>
                  </a:cubicBezTo>
                  <a:cubicBezTo>
                    <a:pt x="371" y="721"/>
                    <a:pt x="372" y="720"/>
                    <a:pt x="372" y="718"/>
                  </a:cubicBezTo>
                  <a:cubicBezTo>
                    <a:pt x="372" y="714"/>
                    <a:pt x="364" y="710"/>
                    <a:pt x="364" y="702"/>
                  </a:cubicBezTo>
                  <a:cubicBezTo>
                    <a:pt x="364" y="695"/>
                    <a:pt x="362" y="692"/>
                    <a:pt x="362" y="685"/>
                  </a:cubicBezTo>
                  <a:cubicBezTo>
                    <a:pt x="362" y="679"/>
                    <a:pt x="368" y="677"/>
                    <a:pt x="369" y="672"/>
                  </a:cubicBezTo>
                  <a:cubicBezTo>
                    <a:pt x="375" y="652"/>
                    <a:pt x="391" y="648"/>
                    <a:pt x="406" y="636"/>
                  </a:cubicBezTo>
                  <a:cubicBezTo>
                    <a:pt x="414" y="630"/>
                    <a:pt x="417" y="621"/>
                    <a:pt x="424" y="612"/>
                  </a:cubicBezTo>
                  <a:cubicBezTo>
                    <a:pt x="430" y="605"/>
                    <a:pt x="440" y="588"/>
                    <a:pt x="440" y="575"/>
                  </a:cubicBezTo>
                  <a:cubicBezTo>
                    <a:pt x="440" y="574"/>
                    <a:pt x="439" y="573"/>
                    <a:pt x="438" y="571"/>
                  </a:cubicBezTo>
                  <a:cubicBezTo>
                    <a:pt x="430" y="574"/>
                    <a:pt x="422" y="577"/>
                    <a:pt x="413" y="578"/>
                  </a:cubicBezTo>
                  <a:cubicBezTo>
                    <a:pt x="410" y="579"/>
                    <a:pt x="408" y="577"/>
                    <a:pt x="404" y="578"/>
                  </a:cubicBezTo>
                  <a:cubicBezTo>
                    <a:pt x="401" y="579"/>
                    <a:pt x="401" y="582"/>
                    <a:pt x="397" y="582"/>
                  </a:cubicBezTo>
                  <a:cubicBezTo>
                    <a:pt x="394" y="582"/>
                    <a:pt x="391" y="575"/>
                    <a:pt x="388" y="573"/>
                  </a:cubicBezTo>
                  <a:cubicBezTo>
                    <a:pt x="390" y="570"/>
                    <a:pt x="388" y="569"/>
                    <a:pt x="388" y="565"/>
                  </a:cubicBezTo>
                  <a:cubicBezTo>
                    <a:pt x="380" y="565"/>
                    <a:pt x="378" y="556"/>
                    <a:pt x="375" y="553"/>
                  </a:cubicBezTo>
                  <a:cubicBezTo>
                    <a:pt x="371" y="550"/>
                    <a:pt x="368" y="550"/>
                    <a:pt x="365" y="547"/>
                  </a:cubicBezTo>
                  <a:cubicBezTo>
                    <a:pt x="361" y="542"/>
                    <a:pt x="362" y="537"/>
                    <a:pt x="358" y="531"/>
                  </a:cubicBezTo>
                  <a:cubicBezTo>
                    <a:pt x="355" y="527"/>
                    <a:pt x="351" y="527"/>
                    <a:pt x="347" y="520"/>
                  </a:cubicBezTo>
                  <a:cubicBezTo>
                    <a:pt x="347" y="508"/>
                    <a:pt x="347" y="508"/>
                    <a:pt x="347" y="508"/>
                  </a:cubicBezTo>
                  <a:cubicBezTo>
                    <a:pt x="347" y="506"/>
                    <a:pt x="338" y="496"/>
                    <a:pt x="339" y="491"/>
                  </a:cubicBezTo>
                  <a:cubicBezTo>
                    <a:pt x="319" y="453"/>
                    <a:pt x="319" y="453"/>
                    <a:pt x="319" y="453"/>
                  </a:cubicBezTo>
                  <a:cubicBezTo>
                    <a:pt x="319" y="449"/>
                    <a:pt x="319" y="449"/>
                    <a:pt x="319" y="449"/>
                  </a:cubicBezTo>
                  <a:cubicBezTo>
                    <a:pt x="323" y="453"/>
                    <a:pt x="326" y="463"/>
                    <a:pt x="331" y="464"/>
                  </a:cubicBezTo>
                  <a:cubicBezTo>
                    <a:pt x="332" y="462"/>
                    <a:pt x="334" y="456"/>
                    <a:pt x="335" y="453"/>
                  </a:cubicBezTo>
                  <a:cubicBezTo>
                    <a:pt x="335" y="455"/>
                    <a:pt x="334" y="458"/>
                    <a:pt x="334" y="460"/>
                  </a:cubicBezTo>
                  <a:cubicBezTo>
                    <a:pt x="334" y="460"/>
                    <a:pt x="337" y="464"/>
                    <a:pt x="337" y="465"/>
                  </a:cubicBezTo>
                  <a:cubicBezTo>
                    <a:pt x="340" y="469"/>
                    <a:pt x="342" y="472"/>
                    <a:pt x="345" y="476"/>
                  </a:cubicBezTo>
                  <a:cubicBezTo>
                    <a:pt x="346" y="478"/>
                    <a:pt x="347" y="480"/>
                    <a:pt x="348" y="482"/>
                  </a:cubicBezTo>
                  <a:cubicBezTo>
                    <a:pt x="349" y="483"/>
                    <a:pt x="348" y="487"/>
                    <a:pt x="349" y="488"/>
                  </a:cubicBezTo>
                  <a:cubicBezTo>
                    <a:pt x="350" y="489"/>
                    <a:pt x="353" y="488"/>
                    <a:pt x="354" y="489"/>
                  </a:cubicBezTo>
                  <a:cubicBezTo>
                    <a:pt x="355" y="490"/>
                    <a:pt x="356" y="491"/>
                    <a:pt x="357" y="492"/>
                  </a:cubicBezTo>
                  <a:cubicBezTo>
                    <a:pt x="358" y="496"/>
                    <a:pt x="361" y="498"/>
                    <a:pt x="361" y="503"/>
                  </a:cubicBezTo>
                  <a:cubicBezTo>
                    <a:pt x="361" y="511"/>
                    <a:pt x="363" y="516"/>
                    <a:pt x="371" y="518"/>
                  </a:cubicBezTo>
                  <a:cubicBezTo>
                    <a:pt x="371" y="523"/>
                    <a:pt x="377" y="531"/>
                    <a:pt x="380" y="534"/>
                  </a:cubicBezTo>
                  <a:cubicBezTo>
                    <a:pt x="382" y="536"/>
                    <a:pt x="386" y="538"/>
                    <a:pt x="385" y="543"/>
                  </a:cubicBezTo>
                  <a:cubicBezTo>
                    <a:pt x="384" y="545"/>
                    <a:pt x="383" y="550"/>
                    <a:pt x="385" y="550"/>
                  </a:cubicBezTo>
                  <a:cubicBezTo>
                    <a:pt x="385" y="554"/>
                    <a:pt x="387" y="558"/>
                    <a:pt x="389" y="562"/>
                  </a:cubicBezTo>
                  <a:cubicBezTo>
                    <a:pt x="390" y="564"/>
                    <a:pt x="389" y="564"/>
                    <a:pt x="389" y="564"/>
                  </a:cubicBezTo>
                  <a:cubicBezTo>
                    <a:pt x="390" y="564"/>
                    <a:pt x="396" y="567"/>
                    <a:pt x="396" y="567"/>
                  </a:cubicBezTo>
                  <a:cubicBezTo>
                    <a:pt x="398" y="566"/>
                    <a:pt x="398" y="566"/>
                    <a:pt x="398" y="566"/>
                  </a:cubicBezTo>
                  <a:cubicBezTo>
                    <a:pt x="403" y="566"/>
                    <a:pt x="403" y="565"/>
                    <a:pt x="407" y="561"/>
                  </a:cubicBezTo>
                  <a:cubicBezTo>
                    <a:pt x="414" y="561"/>
                    <a:pt x="414" y="561"/>
                    <a:pt x="414" y="561"/>
                  </a:cubicBezTo>
                  <a:cubicBezTo>
                    <a:pt x="417" y="561"/>
                    <a:pt x="426" y="554"/>
                    <a:pt x="429" y="553"/>
                  </a:cubicBezTo>
                  <a:cubicBezTo>
                    <a:pt x="434" y="552"/>
                    <a:pt x="441" y="550"/>
                    <a:pt x="446" y="548"/>
                  </a:cubicBezTo>
                  <a:cubicBezTo>
                    <a:pt x="446" y="547"/>
                    <a:pt x="446" y="546"/>
                    <a:pt x="446" y="546"/>
                  </a:cubicBezTo>
                  <a:cubicBezTo>
                    <a:pt x="446" y="541"/>
                    <a:pt x="459" y="538"/>
                    <a:pt x="465" y="537"/>
                  </a:cubicBezTo>
                  <a:cubicBezTo>
                    <a:pt x="465" y="534"/>
                    <a:pt x="470" y="531"/>
                    <a:pt x="472" y="531"/>
                  </a:cubicBezTo>
                  <a:cubicBezTo>
                    <a:pt x="475" y="531"/>
                    <a:pt x="475" y="524"/>
                    <a:pt x="478" y="524"/>
                  </a:cubicBezTo>
                  <a:cubicBezTo>
                    <a:pt x="481" y="524"/>
                    <a:pt x="481" y="520"/>
                    <a:pt x="482" y="518"/>
                  </a:cubicBezTo>
                  <a:cubicBezTo>
                    <a:pt x="483" y="515"/>
                    <a:pt x="485" y="514"/>
                    <a:pt x="488" y="514"/>
                  </a:cubicBezTo>
                  <a:cubicBezTo>
                    <a:pt x="488" y="508"/>
                    <a:pt x="495" y="507"/>
                    <a:pt x="495" y="501"/>
                  </a:cubicBezTo>
                  <a:cubicBezTo>
                    <a:pt x="495" y="499"/>
                    <a:pt x="491" y="500"/>
                    <a:pt x="491" y="498"/>
                  </a:cubicBezTo>
                  <a:cubicBezTo>
                    <a:pt x="491" y="498"/>
                    <a:pt x="491" y="498"/>
                    <a:pt x="491" y="498"/>
                  </a:cubicBezTo>
                  <a:cubicBezTo>
                    <a:pt x="491" y="497"/>
                    <a:pt x="488" y="493"/>
                    <a:pt x="486" y="493"/>
                  </a:cubicBezTo>
                  <a:cubicBezTo>
                    <a:pt x="479" y="491"/>
                    <a:pt x="475" y="489"/>
                    <a:pt x="471" y="483"/>
                  </a:cubicBezTo>
                  <a:cubicBezTo>
                    <a:pt x="471" y="474"/>
                    <a:pt x="471" y="474"/>
                    <a:pt x="471" y="474"/>
                  </a:cubicBezTo>
                  <a:cubicBezTo>
                    <a:pt x="463" y="481"/>
                    <a:pt x="462" y="490"/>
                    <a:pt x="447" y="490"/>
                  </a:cubicBezTo>
                  <a:cubicBezTo>
                    <a:pt x="444" y="490"/>
                    <a:pt x="438" y="488"/>
                    <a:pt x="438" y="485"/>
                  </a:cubicBezTo>
                  <a:cubicBezTo>
                    <a:pt x="438" y="482"/>
                    <a:pt x="440" y="481"/>
                    <a:pt x="440" y="478"/>
                  </a:cubicBezTo>
                  <a:cubicBezTo>
                    <a:pt x="440" y="477"/>
                    <a:pt x="440" y="476"/>
                    <a:pt x="440" y="475"/>
                  </a:cubicBezTo>
                  <a:cubicBezTo>
                    <a:pt x="438" y="476"/>
                    <a:pt x="438" y="479"/>
                    <a:pt x="435" y="479"/>
                  </a:cubicBezTo>
                  <a:cubicBezTo>
                    <a:pt x="435" y="477"/>
                    <a:pt x="434" y="477"/>
                    <a:pt x="434" y="474"/>
                  </a:cubicBezTo>
                  <a:cubicBezTo>
                    <a:pt x="429" y="473"/>
                    <a:pt x="422" y="463"/>
                    <a:pt x="421" y="458"/>
                  </a:cubicBezTo>
                  <a:cubicBezTo>
                    <a:pt x="420" y="456"/>
                    <a:pt x="420" y="455"/>
                    <a:pt x="420" y="453"/>
                  </a:cubicBezTo>
                  <a:cubicBezTo>
                    <a:pt x="420" y="450"/>
                    <a:pt x="422" y="445"/>
                    <a:pt x="425" y="445"/>
                  </a:cubicBezTo>
                  <a:cubicBezTo>
                    <a:pt x="431" y="445"/>
                    <a:pt x="436" y="452"/>
                    <a:pt x="439" y="457"/>
                  </a:cubicBezTo>
                  <a:cubicBezTo>
                    <a:pt x="439" y="458"/>
                    <a:pt x="439" y="460"/>
                    <a:pt x="440" y="462"/>
                  </a:cubicBezTo>
                  <a:cubicBezTo>
                    <a:pt x="442" y="464"/>
                    <a:pt x="446" y="463"/>
                    <a:pt x="449" y="466"/>
                  </a:cubicBezTo>
                  <a:cubicBezTo>
                    <a:pt x="451" y="468"/>
                    <a:pt x="453" y="469"/>
                    <a:pt x="456" y="473"/>
                  </a:cubicBezTo>
                  <a:cubicBezTo>
                    <a:pt x="468" y="473"/>
                    <a:pt x="468" y="473"/>
                    <a:pt x="468" y="473"/>
                  </a:cubicBezTo>
                  <a:cubicBezTo>
                    <a:pt x="469" y="469"/>
                    <a:pt x="470" y="469"/>
                    <a:pt x="473" y="469"/>
                  </a:cubicBezTo>
                  <a:cubicBezTo>
                    <a:pt x="477" y="469"/>
                    <a:pt x="477" y="475"/>
                    <a:pt x="480" y="478"/>
                  </a:cubicBezTo>
                  <a:cubicBezTo>
                    <a:pt x="480" y="478"/>
                    <a:pt x="486" y="479"/>
                    <a:pt x="487" y="479"/>
                  </a:cubicBezTo>
                  <a:cubicBezTo>
                    <a:pt x="494" y="479"/>
                    <a:pt x="504" y="481"/>
                    <a:pt x="508" y="481"/>
                  </a:cubicBezTo>
                  <a:cubicBezTo>
                    <a:pt x="508" y="481"/>
                    <a:pt x="509" y="481"/>
                    <a:pt x="509" y="481"/>
                  </a:cubicBezTo>
                  <a:cubicBezTo>
                    <a:pt x="517" y="481"/>
                    <a:pt x="517" y="481"/>
                    <a:pt x="517" y="481"/>
                  </a:cubicBezTo>
                  <a:cubicBezTo>
                    <a:pt x="517" y="481"/>
                    <a:pt x="518" y="480"/>
                    <a:pt x="519" y="480"/>
                  </a:cubicBezTo>
                  <a:cubicBezTo>
                    <a:pt x="525" y="482"/>
                    <a:pt x="525" y="482"/>
                    <a:pt x="525" y="482"/>
                  </a:cubicBezTo>
                  <a:cubicBezTo>
                    <a:pt x="527" y="482"/>
                    <a:pt x="528" y="480"/>
                    <a:pt x="531" y="480"/>
                  </a:cubicBezTo>
                  <a:cubicBezTo>
                    <a:pt x="533" y="480"/>
                    <a:pt x="535" y="479"/>
                    <a:pt x="537" y="480"/>
                  </a:cubicBezTo>
                  <a:cubicBezTo>
                    <a:pt x="540" y="481"/>
                    <a:pt x="541" y="486"/>
                    <a:pt x="543" y="489"/>
                  </a:cubicBezTo>
                  <a:cubicBezTo>
                    <a:pt x="546" y="493"/>
                    <a:pt x="552" y="497"/>
                    <a:pt x="557" y="497"/>
                  </a:cubicBezTo>
                  <a:cubicBezTo>
                    <a:pt x="558" y="497"/>
                    <a:pt x="560" y="497"/>
                    <a:pt x="562" y="498"/>
                  </a:cubicBezTo>
                  <a:cubicBezTo>
                    <a:pt x="561" y="498"/>
                    <a:pt x="561" y="501"/>
                    <a:pt x="559" y="501"/>
                  </a:cubicBezTo>
                  <a:cubicBezTo>
                    <a:pt x="557" y="502"/>
                    <a:pt x="555" y="501"/>
                    <a:pt x="553" y="502"/>
                  </a:cubicBezTo>
                  <a:cubicBezTo>
                    <a:pt x="557" y="505"/>
                    <a:pt x="559" y="512"/>
                    <a:pt x="566" y="512"/>
                  </a:cubicBezTo>
                  <a:cubicBezTo>
                    <a:pt x="572" y="512"/>
                    <a:pt x="572" y="505"/>
                    <a:pt x="575" y="501"/>
                  </a:cubicBezTo>
                  <a:cubicBezTo>
                    <a:pt x="577" y="501"/>
                    <a:pt x="577" y="501"/>
                    <a:pt x="577" y="501"/>
                  </a:cubicBezTo>
                  <a:cubicBezTo>
                    <a:pt x="577" y="501"/>
                    <a:pt x="576" y="504"/>
                    <a:pt x="576" y="504"/>
                  </a:cubicBezTo>
                  <a:cubicBezTo>
                    <a:pt x="576" y="507"/>
                    <a:pt x="578" y="510"/>
                    <a:pt x="578" y="514"/>
                  </a:cubicBezTo>
                  <a:cubicBezTo>
                    <a:pt x="578" y="517"/>
                    <a:pt x="577" y="517"/>
                    <a:pt x="577" y="520"/>
                  </a:cubicBezTo>
                  <a:cubicBezTo>
                    <a:pt x="577" y="520"/>
                    <a:pt x="577" y="520"/>
                    <a:pt x="577" y="520"/>
                  </a:cubicBezTo>
                  <a:cubicBezTo>
                    <a:pt x="577" y="521"/>
                    <a:pt x="577" y="523"/>
                    <a:pt x="577" y="524"/>
                  </a:cubicBezTo>
                  <a:cubicBezTo>
                    <a:pt x="577" y="528"/>
                    <a:pt x="580" y="532"/>
                    <a:pt x="581" y="537"/>
                  </a:cubicBezTo>
                  <a:cubicBezTo>
                    <a:pt x="583" y="542"/>
                    <a:pt x="587" y="549"/>
                    <a:pt x="588" y="553"/>
                  </a:cubicBezTo>
                  <a:cubicBezTo>
                    <a:pt x="589" y="556"/>
                    <a:pt x="589" y="557"/>
                    <a:pt x="591" y="560"/>
                  </a:cubicBezTo>
                  <a:cubicBezTo>
                    <a:pt x="592" y="563"/>
                    <a:pt x="591" y="566"/>
                    <a:pt x="593" y="569"/>
                  </a:cubicBezTo>
                  <a:cubicBezTo>
                    <a:pt x="594" y="571"/>
                    <a:pt x="597" y="573"/>
                    <a:pt x="598" y="576"/>
                  </a:cubicBezTo>
                  <a:cubicBezTo>
                    <a:pt x="600" y="581"/>
                    <a:pt x="602" y="586"/>
                    <a:pt x="604" y="591"/>
                  </a:cubicBezTo>
                  <a:cubicBezTo>
                    <a:pt x="604" y="592"/>
                    <a:pt x="605" y="593"/>
                    <a:pt x="606" y="593"/>
                  </a:cubicBezTo>
                  <a:cubicBezTo>
                    <a:pt x="606" y="595"/>
                    <a:pt x="608" y="596"/>
                    <a:pt x="609" y="596"/>
                  </a:cubicBezTo>
                  <a:cubicBezTo>
                    <a:pt x="611" y="596"/>
                    <a:pt x="611" y="593"/>
                    <a:pt x="612" y="591"/>
                  </a:cubicBezTo>
                  <a:cubicBezTo>
                    <a:pt x="614" y="589"/>
                    <a:pt x="614" y="590"/>
                    <a:pt x="617" y="588"/>
                  </a:cubicBezTo>
                  <a:cubicBezTo>
                    <a:pt x="619" y="588"/>
                    <a:pt x="618" y="582"/>
                    <a:pt x="621" y="581"/>
                  </a:cubicBezTo>
                  <a:cubicBezTo>
                    <a:pt x="622" y="581"/>
                    <a:pt x="623" y="581"/>
                    <a:pt x="623" y="580"/>
                  </a:cubicBezTo>
                  <a:cubicBezTo>
                    <a:pt x="624" y="580"/>
                    <a:pt x="624" y="580"/>
                    <a:pt x="624" y="580"/>
                  </a:cubicBezTo>
                  <a:cubicBezTo>
                    <a:pt x="623" y="574"/>
                    <a:pt x="623" y="574"/>
                    <a:pt x="623" y="574"/>
                  </a:cubicBezTo>
                  <a:cubicBezTo>
                    <a:pt x="623" y="569"/>
                    <a:pt x="626" y="566"/>
                    <a:pt x="626" y="560"/>
                  </a:cubicBezTo>
                  <a:cubicBezTo>
                    <a:pt x="626" y="557"/>
                    <a:pt x="624" y="554"/>
                    <a:pt x="624" y="550"/>
                  </a:cubicBezTo>
                  <a:cubicBezTo>
                    <a:pt x="624" y="545"/>
                    <a:pt x="629" y="545"/>
                    <a:pt x="633" y="543"/>
                  </a:cubicBezTo>
                  <a:cubicBezTo>
                    <a:pt x="635" y="543"/>
                    <a:pt x="637" y="540"/>
                    <a:pt x="639" y="538"/>
                  </a:cubicBezTo>
                  <a:cubicBezTo>
                    <a:pt x="643" y="534"/>
                    <a:pt x="648" y="530"/>
                    <a:pt x="652" y="525"/>
                  </a:cubicBezTo>
                  <a:cubicBezTo>
                    <a:pt x="656" y="521"/>
                    <a:pt x="662" y="520"/>
                    <a:pt x="666" y="516"/>
                  </a:cubicBezTo>
                  <a:cubicBezTo>
                    <a:pt x="668" y="514"/>
                    <a:pt x="668" y="512"/>
                    <a:pt x="669" y="508"/>
                  </a:cubicBezTo>
                  <a:cubicBezTo>
                    <a:pt x="670" y="506"/>
                    <a:pt x="674" y="506"/>
                    <a:pt x="676" y="503"/>
                  </a:cubicBezTo>
                  <a:cubicBezTo>
                    <a:pt x="678" y="504"/>
                    <a:pt x="678" y="505"/>
                    <a:pt x="682" y="505"/>
                  </a:cubicBezTo>
                  <a:cubicBezTo>
                    <a:pt x="687" y="505"/>
                    <a:pt x="694" y="504"/>
                    <a:pt x="694" y="497"/>
                  </a:cubicBezTo>
                  <a:cubicBezTo>
                    <a:pt x="697" y="498"/>
                    <a:pt x="701" y="499"/>
                    <a:pt x="702" y="502"/>
                  </a:cubicBezTo>
                  <a:cubicBezTo>
                    <a:pt x="703" y="505"/>
                    <a:pt x="702" y="508"/>
                    <a:pt x="704" y="511"/>
                  </a:cubicBezTo>
                  <a:cubicBezTo>
                    <a:pt x="706" y="514"/>
                    <a:pt x="709" y="516"/>
                    <a:pt x="712" y="518"/>
                  </a:cubicBezTo>
                  <a:cubicBezTo>
                    <a:pt x="714" y="522"/>
                    <a:pt x="717" y="526"/>
                    <a:pt x="718" y="530"/>
                  </a:cubicBezTo>
                  <a:cubicBezTo>
                    <a:pt x="718" y="532"/>
                    <a:pt x="720" y="532"/>
                    <a:pt x="720" y="533"/>
                  </a:cubicBezTo>
                  <a:cubicBezTo>
                    <a:pt x="720" y="536"/>
                    <a:pt x="718" y="537"/>
                    <a:pt x="718" y="540"/>
                  </a:cubicBezTo>
                  <a:cubicBezTo>
                    <a:pt x="718" y="543"/>
                    <a:pt x="719" y="546"/>
                    <a:pt x="722" y="546"/>
                  </a:cubicBezTo>
                  <a:cubicBezTo>
                    <a:pt x="728" y="546"/>
                    <a:pt x="730" y="539"/>
                    <a:pt x="734" y="535"/>
                  </a:cubicBezTo>
                  <a:cubicBezTo>
                    <a:pt x="735" y="537"/>
                    <a:pt x="735" y="538"/>
                    <a:pt x="736" y="539"/>
                  </a:cubicBezTo>
                  <a:cubicBezTo>
                    <a:pt x="736" y="540"/>
                    <a:pt x="738" y="539"/>
                    <a:pt x="739" y="540"/>
                  </a:cubicBezTo>
                  <a:cubicBezTo>
                    <a:pt x="741" y="544"/>
                    <a:pt x="738" y="550"/>
                    <a:pt x="741" y="550"/>
                  </a:cubicBezTo>
                  <a:cubicBezTo>
                    <a:pt x="741" y="558"/>
                    <a:pt x="747" y="563"/>
                    <a:pt x="747" y="573"/>
                  </a:cubicBezTo>
                  <a:cubicBezTo>
                    <a:pt x="747" y="575"/>
                    <a:pt x="743" y="581"/>
                    <a:pt x="747" y="581"/>
                  </a:cubicBezTo>
                  <a:cubicBezTo>
                    <a:pt x="745" y="581"/>
                    <a:pt x="745" y="581"/>
                    <a:pt x="745" y="581"/>
                  </a:cubicBezTo>
                  <a:cubicBezTo>
                    <a:pt x="745" y="581"/>
                    <a:pt x="745" y="581"/>
                    <a:pt x="745" y="581"/>
                  </a:cubicBezTo>
                  <a:cubicBezTo>
                    <a:pt x="744" y="585"/>
                    <a:pt x="743" y="588"/>
                    <a:pt x="743" y="591"/>
                  </a:cubicBezTo>
                  <a:cubicBezTo>
                    <a:pt x="743" y="591"/>
                    <a:pt x="743" y="592"/>
                    <a:pt x="743" y="592"/>
                  </a:cubicBezTo>
                  <a:cubicBezTo>
                    <a:pt x="747" y="593"/>
                    <a:pt x="744" y="592"/>
                    <a:pt x="746" y="592"/>
                  </a:cubicBezTo>
                  <a:cubicBezTo>
                    <a:pt x="750" y="592"/>
                    <a:pt x="752" y="600"/>
                    <a:pt x="753" y="603"/>
                  </a:cubicBezTo>
                  <a:cubicBezTo>
                    <a:pt x="756" y="609"/>
                    <a:pt x="756" y="613"/>
                    <a:pt x="758" y="620"/>
                  </a:cubicBezTo>
                  <a:cubicBezTo>
                    <a:pt x="761" y="627"/>
                    <a:pt x="767" y="634"/>
                    <a:pt x="774" y="637"/>
                  </a:cubicBezTo>
                  <a:cubicBezTo>
                    <a:pt x="776" y="637"/>
                    <a:pt x="776" y="639"/>
                    <a:pt x="778" y="639"/>
                  </a:cubicBezTo>
                  <a:cubicBezTo>
                    <a:pt x="779" y="639"/>
                    <a:pt x="779" y="638"/>
                    <a:pt x="780" y="638"/>
                  </a:cubicBezTo>
                  <a:cubicBezTo>
                    <a:pt x="781" y="638"/>
                    <a:pt x="781" y="638"/>
                    <a:pt x="783" y="637"/>
                  </a:cubicBezTo>
                  <a:cubicBezTo>
                    <a:pt x="782" y="635"/>
                    <a:pt x="782" y="634"/>
                    <a:pt x="781" y="631"/>
                  </a:cubicBezTo>
                  <a:cubicBezTo>
                    <a:pt x="780" y="628"/>
                    <a:pt x="777" y="627"/>
                    <a:pt x="777" y="623"/>
                  </a:cubicBezTo>
                  <a:cubicBezTo>
                    <a:pt x="777" y="621"/>
                    <a:pt x="777" y="621"/>
                    <a:pt x="777" y="618"/>
                  </a:cubicBezTo>
                  <a:cubicBezTo>
                    <a:pt x="777" y="607"/>
                    <a:pt x="764" y="606"/>
                    <a:pt x="758" y="600"/>
                  </a:cubicBezTo>
                  <a:cubicBezTo>
                    <a:pt x="756" y="598"/>
                    <a:pt x="756" y="593"/>
                    <a:pt x="755" y="593"/>
                  </a:cubicBezTo>
                  <a:cubicBezTo>
                    <a:pt x="756" y="593"/>
                    <a:pt x="756" y="593"/>
                    <a:pt x="756" y="593"/>
                  </a:cubicBezTo>
                  <a:cubicBezTo>
                    <a:pt x="756" y="585"/>
                    <a:pt x="748" y="589"/>
                    <a:pt x="748" y="582"/>
                  </a:cubicBezTo>
                  <a:cubicBezTo>
                    <a:pt x="748" y="576"/>
                    <a:pt x="755" y="574"/>
                    <a:pt x="755" y="567"/>
                  </a:cubicBezTo>
                  <a:cubicBezTo>
                    <a:pt x="755" y="565"/>
                    <a:pt x="754" y="565"/>
                    <a:pt x="754" y="562"/>
                  </a:cubicBezTo>
                  <a:cubicBezTo>
                    <a:pt x="754" y="561"/>
                    <a:pt x="753" y="560"/>
                    <a:pt x="755" y="560"/>
                  </a:cubicBezTo>
                  <a:cubicBezTo>
                    <a:pt x="757" y="560"/>
                    <a:pt x="760" y="560"/>
                    <a:pt x="761" y="563"/>
                  </a:cubicBezTo>
                  <a:cubicBezTo>
                    <a:pt x="761" y="563"/>
                    <a:pt x="762" y="566"/>
                    <a:pt x="762" y="566"/>
                  </a:cubicBezTo>
                  <a:cubicBezTo>
                    <a:pt x="766" y="567"/>
                    <a:pt x="769" y="567"/>
                    <a:pt x="772" y="570"/>
                  </a:cubicBezTo>
                  <a:cubicBezTo>
                    <a:pt x="775" y="573"/>
                    <a:pt x="772" y="576"/>
                    <a:pt x="777" y="576"/>
                  </a:cubicBezTo>
                  <a:cubicBezTo>
                    <a:pt x="777" y="580"/>
                    <a:pt x="782" y="581"/>
                    <a:pt x="785" y="581"/>
                  </a:cubicBezTo>
                  <a:cubicBezTo>
                    <a:pt x="785" y="582"/>
                    <a:pt x="786" y="584"/>
                    <a:pt x="787" y="584"/>
                  </a:cubicBezTo>
                  <a:cubicBezTo>
                    <a:pt x="786" y="585"/>
                    <a:pt x="786" y="586"/>
                    <a:pt x="786" y="588"/>
                  </a:cubicBezTo>
                  <a:cubicBezTo>
                    <a:pt x="786" y="589"/>
                    <a:pt x="788" y="592"/>
                    <a:pt x="789" y="592"/>
                  </a:cubicBezTo>
                  <a:cubicBezTo>
                    <a:pt x="789" y="592"/>
                    <a:pt x="795" y="589"/>
                    <a:pt x="795" y="586"/>
                  </a:cubicBezTo>
                  <a:cubicBezTo>
                    <a:pt x="795" y="586"/>
                    <a:pt x="795" y="586"/>
                    <a:pt x="795" y="586"/>
                  </a:cubicBezTo>
                  <a:cubicBezTo>
                    <a:pt x="797" y="586"/>
                    <a:pt x="797" y="582"/>
                    <a:pt x="799" y="581"/>
                  </a:cubicBezTo>
                  <a:cubicBezTo>
                    <a:pt x="805" y="578"/>
                    <a:pt x="806" y="576"/>
                    <a:pt x="813" y="574"/>
                  </a:cubicBezTo>
                  <a:cubicBezTo>
                    <a:pt x="813" y="570"/>
                    <a:pt x="815" y="568"/>
                    <a:pt x="815" y="562"/>
                  </a:cubicBezTo>
                  <a:cubicBezTo>
                    <a:pt x="815" y="555"/>
                    <a:pt x="812" y="545"/>
                    <a:pt x="806" y="541"/>
                  </a:cubicBezTo>
                  <a:cubicBezTo>
                    <a:pt x="801" y="538"/>
                    <a:pt x="798" y="532"/>
                    <a:pt x="793" y="527"/>
                  </a:cubicBezTo>
                  <a:cubicBezTo>
                    <a:pt x="792" y="526"/>
                    <a:pt x="791" y="525"/>
                    <a:pt x="791" y="523"/>
                  </a:cubicBezTo>
                  <a:cubicBezTo>
                    <a:pt x="791" y="513"/>
                    <a:pt x="802" y="512"/>
                    <a:pt x="807" y="505"/>
                  </a:cubicBezTo>
                  <a:cubicBezTo>
                    <a:pt x="811" y="507"/>
                    <a:pt x="813" y="505"/>
                    <a:pt x="818" y="507"/>
                  </a:cubicBezTo>
                  <a:cubicBezTo>
                    <a:pt x="817" y="508"/>
                    <a:pt x="817" y="513"/>
                    <a:pt x="819" y="513"/>
                  </a:cubicBezTo>
                  <a:cubicBezTo>
                    <a:pt x="821" y="513"/>
                    <a:pt x="820" y="510"/>
                    <a:pt x="822" y="508"/>
                  </a:cubicBezTo>
                  <a:cubicBezTo>
                    <a:pt x="823" y="507"/>
                    <a:pt x="828" y="506"/>
                    <a:pt x="830" y="505"/>
                  </a:cubicBezTo>
                  <a:cubicBezTo>
                    <a:pt x="834" y="503"/>
                    <a:pt x="838" y="504"/>
                    <a:pt x="841" y="501"/>
                  </a:cubicBezTo>
                  <a:cubicBezTo>
                    <a:pt x="841" y="501"/>
                    <a:pt x="843" y="497"/>
                    <a:pt x="844" y="497"/>
                  </a:cubicBezTo>
                  <a:cubicBezTo>
                    <a:pt x="846" y="497"/>
                    <a:pt x="847" y="499"/>
                    <a:pt x="849" y="499"/>
                  </a:cubicBezTo>
                  <a:cubicBezTo>
                    <a:pt x="860" y="499"/>
                    <a:pt x="862" y="492"/>
                    <a:pt x="869" y="489"/>
                  </a:cubicBezTo>
                  <a:cubicBezTo>
                    <a:pt x="870" y="488"/>
                    <a:pt x="871" y="487"/>
                    <a:pt x="872" y="485"/>
                  </a:cubicBezTo>
                  <a:cubicBezTo>
                    <a:pt x="877" y="485"/>
                    <a:pt x="879" y="476"/>
                    <a:pt x="881" y="472"/>
                  </a:cubicBezTo>
                  <a:cubicBezTo>
                    <a:pt x="882" y="469"/>
                    <a:pt x="888" y="460"/>
                    <a:pt x="892" y="459"/>
                  </a:cubicBezTo>
                  <a:cubicBezTo>
                    <a:pt x="892" y="455"/>
                    <a:pt x="895" y="452"/>
                    <a:pt x="895" y="446"/>
                  </a:cubicBezTo>
                  <a:cubicBezTo>
                    <a:pt x="895" y="436"/>
                    <a:pt x="893" y="432"/>
                    <a:pt x="889" y="426"/>
                  </a:cubicBezTo>
                  <a:cubicBezTo>
                    <a:pt x="888" y="425"/>
                    <a:pt x="888" y="422"/>
                    <a:pt x="886" y="421"/>
                  </a:cubicBezTo>
                  <a:cubicBezTo>
                    <a:pt x="886" y="421"/>
                    <a:pt x="886" y="421"/>
                    <a:pt x="886" y="421"/>
                  </a:cubicBezTo>
                  <a:cubicBezTo>
                    <a:pt x="886" y="421"/>
                    <a:pt x="886" y="421"/>
                    <a:pt x="886" y="421"/>
                  </a:cubicBezTo>
                  <a:cubicBezTo>
                    <a:pt x="886" y="421"/>
                    <a:pt x="886" y="417"/>
                    <a:pt x="886" y="417"/>
                  </a:cubicBezTo>
                  <a:cubicBezTo>
                    <a:pt x="884" y="416"/>
                    <a:pt x="880" y="414"/>
                    <a:pt x="880" y="411"/>
                  </a:cubicBezTo>
                  <a:cubicBezTo>
                    <a:pt x="880" y="408"/>
                    <a:pt x="884" y="408"/>
                    <a:pt x="884" y="405"/>
                  </a:cubicBezTo>
                  <a:cubicBezTo>
                    <a:pt x="886" y="399"/>
                    <a:pt x="896" y="399"/>
                    <a:pt x="901" y="395"/>
                  </a:cubicBezTo>
                  <a:cubicBezTo>
                    <a:pt x="899" y="392"/>
                    <a:pt x="896" y="395"/>
                    <a:pt x="892" y="393"/>
                  </a:cubicBezTo>
                  <a:cubicBezTo>
                    <a:pt x="891" y="392"/>
                    <a:pt x="890" y="390"/>
                    <a:pt x="887" y="390"/>
                  </a:cubicBezTo>
                  <a:cubicBezTo>
                    <a:pt x="886" y="390"/>
                    <a:pt x="886" y="395"/>
                    <a:pt x="884" y="395"/>
                  </a:cubicBezTo>
                  <a:cubicBezTo>
                    <a:pt x="882" y="395"/>
                    <a:pt x="880" y="396"/>
                    <a:pt x="878" y="394"/>
                  </a:cubicBezTo>
                  <a:cubicBezTo>
                    <a:pt x="876" y="393"/>
                    <a:pt x="876" y="390"/>
                    <a:pt x="874" y="388"/>
                  </a:cubicBezTo>
                  <a:cubicBezTo>
                    <a:pt x="873" y="388"/>
                    <a:pt x="869" y="387"/>
                    <a:pt x="869" y="384"/>
                  </a:cubicBezTo>
                  <a:cubicBezTo>
                    <a:pt x="869" y="380"/>
                    <a:pt x="876" y="381"/>
                    <a:pt x="879" y="379"/>
                  </a:cubicBezTo>
                  <a:cubicBezTo>
                    <a:pt x="881" y="377"/>
                    <a:pt x="887" y="374"/>
                    <a:pt x="888" y="371"/>
                  </a:cubicBezTo>
                  <a:cubicBezTo>
                    <a:pt x="889" y="370"/>
                    <a:pt x="890" y="368"/>
                    <a:pt x="892" y="368"/>
                  </a:cubicBezTo>
                  <a:cubicBezTo>
                    <a:pt x="894" y="368"/>
                    <a:pt x="896" y="371"/>
                    <a:pt x="896" y="372"/>
                  </a:cubicBezTo>
                  <a:cubicBezTo>
                    <a:pt x="896" y="376"/>
                    <a:pt x="892" y="377"/>
                    <a:pt x="892" y="381"/>
                  </a:cubicBezTo>
                  <a:cubicBezTo>
                    <a:pt x="898" y="381"/>
                    <a:pt x="904" y="374"/>
                    <a:pt x="911" y="374"/>
                  </a:cubicBezTo>
                  <a:cubicBezTo>
                    <a:pt x="914" y="374"/>
                    <a:pt x="915" y="377"/>
                    <a:pt x="918" y="377"/>
                  </a:cubicBezTo>
                  <a:cubicBezTo>
                    <a:pt x="917" y="379"/>
                    <a:pt x="918" y="379"/>
                    <a:pt x="918" y="382"/>
                  </a:cubicBezTo>
                  <a:cubicBezTo>
                    <a:pt x="918" y="384"/>
                    <a:pt x="916" y="384"/>
                    <a:pt x="916" y="387"/>
                  </a:cubicBezTo>
                  <a:cubicBezTo>
                    <a:pt x="916" y="388"/>
                    <a:pt x="916" y="391"/>
                    <a:pt x="918" y="391"/>
                  </a:cubicBezTo>
                  <a:cubicBezTo>
                    <a:pt x="919" y="391"/>
                    <a:pt x="920" y="389"/>
                    <a:pt x="921" y="389"/>
                  </a:cubicBezTo>
                  <a:cubicBezTo>
                    <a:pt x="924" y="389"/>
                    <a:pt x="927" y="391"/>
                    <a:pt x="927" y="394"/>
                  </a:cubicBezTo>
                  <a:cubicBezTo>
                    <a:pt x="927" y="396"/>
                    <a:pt x="927" y="397"/>
                    <a:pt x="923" y="397"/>
                  </a:cubicBezTo>
                  <a:cubicBezTo>
                    <a:pt x="923" y="399"/>
                    <a:pt x="923" y="399"/>
                    <a:pt x="923" y="399"/>
                  </a:cubicBezTo>
                  <a:cubicBezTo>
                    <a:pt x="923" y="400"/>
                    <a:pt x="924" y="401"/>
                    <a:pt x="926" y="401"/>
                  </a:cubicBezTo>
                  <a:cubicBezTo>
                    <a:pt x="926" y="402"/>
                    <a:pt x="927" y="403"/>
                    <a:pt x="927" y="405"/>
                  </a:cubicBezTo>
                  <a:cubicBezTo>
                    <a:pt x="927" y="405"/>
                    <a:pt x="925" y="408"/>
                    <a:pt x="925" y="410"/>
                  </a:cubicBezTo>
                  <a:cubicBezTo>
                    <a:pt x="925" y="411"/>
                    <a:pt x="925" y="413"/>
                    <a:pt x="926" y="413"/>
                  </a:cubicBezTo>
                  <a:cubicBezTo>
                    <a:pt x="926" y="414"/>
                    <a:pt x="925" y="413"/>
                    <a:pt x="925" y="417"/>
                  </a:cubicBezTo>
                  <a:cubicBezTo>
                    <a:pt x="928" y="417"/>
                    <a:pt x="928" y="417"/>
                    <a:pt x="928" y="417"/>
                  </a:cubicBezTo>
                  <a:cubicBezTo>
                    <a:pt x="930" y="413"/>
                    <a:pt x="930" y="415"/>
                    <a:pt x="933" y="414"/>
                  </a:cubicBezTo>
                  <a:cubicBezTo>
                    <a:pt x="933" y="412"/>
                    <a:pt x="938" y="411"/>
                    <a:pt x="940" y="411"/>
                  </a:cubicBezTo>
                  <a:cubicBezTo>
                    <a:pt x="943" y="410"/>
                    <a:pt x="944" y="407"/>
                    <a:pt x="944" y="402"/>
                  </a:cubicBezTo>
                  <a:cubicBezTo>
                    <a:pt x="944" y="393"/>
                    <a:pt x="941" y="388"/>
                    <a:pt x="936" y="383"/>
                  </a:cubicBezTo>
                  <a:cubicBezTo>
                    <a:pt x="934" y="381"/>
                    <a:pt x="932" y="379"/>
                    <a:pt x="932" y="375"/>
                  </a:cubicBezTo>
                  <a:cubicBezTo>
                    <a:pt x="935" y="375"/>
                    <a:pt x="937" y="373"/>
                    <a:pt x="939" y="371"/>
                  </a:cubicBezTo>
                  <a:cubicBezTo>
                    <a:pt x="940" y="370"/>
                    <a:pt x="944" y="367"/>
                    <a:pt x="945" y="366"/>
                  </a:cubicBezTo>
                  <a:cubicBezTo>
                    <a:pt x="948" y="360"/>
                    <a:pt x="950" y="356"/>
                    <a:pt x="956" y="352"/>
                  </a:cubicBezTo>
                  <a:cubicBezTo>
                    <a:pt x="956" y="352"/>
                    <a:pt x="964" y="354"/>
                    <a:pt x="971" y="354"/>
                  </a:cubicBezTo>
                  <a:cubicBezTo>
                    <a:pt x="984" y="354"/>
                    <a:pt x="997" y="327"/>
                    <a:pt x="1006" y="318"/>
                  </a:cubicBezTo>
                  <a:cubicBezTo>
                    <a:pt x="1009" y="314"/>
                    <a:pt x="1014" y="306"/>
                    <a:pt x="1016" y="301"/>
                  </a:cubicBezTo>
                  <a:cubicBezTo>
                    <a:pt x="1017" y="294"/>
                    <a:pt x="1015" y="290"/>
                    <a:pt x="1018" y="284"/>
                  </a:cubicBezTo>
                  <a:cubicBezTo>
                    <a:pt x="1019" y="281"/>
                    <a:pt x="1022" y="276"/>
                    <a:pt x="1022" y="271"/>
                  </a:cubicBezTo>
                  <a:cubicBezTo>
                    <a:pt x="1022" y="265"/>
                    <a:pt x="1012" y="253"/>
                    <a:pt x="1008" y="256"/>
                  </a:cubicBezTo>
                  <a:cubicBezTo>
                    <a:pt x="994" y="267"/>
                    <a:pt x="987" y="251"/>
                    <a:pt x="987" y="250"/>
                  </a:cubicBezTo>
                  <a:cubicBezTo>
                    <a:pt x="987" y="243"/>
                    <a:pt x="1000" y="236"/>
                    <a:pt x="1004" y="231"/>
                  </a:cubicBezTo>
                  <a:cubicBezTo>
                    <a:pt x="1011" y="224"/>
                    <a:pt x="1021" y="213"/>
                    <a:pt x="1030" y="210"/>
                  </a:cubicBezTo>
                  <a:cubicBezTo>
                    <a:pt x="1039" y="208"/>
                    <a:pt x="1066" y="205"/>
                    <a:pt x="1073" y="205"/>
                  </a:cubicBezTo>
                  <a:cubicBezTo>
                    <a:pt x="1083" y="205"/>
                    <a:pt x="1087" y="209"/>
                    <a:pt x="1093" y="209"/>
                  </a:cubicBezTo>
                  <a:cubicBezTo>
                    <a:pt x="1096" y="209"/>
                    <a:pt x="1098" y="209"/>
                    <a:pt x="1105" y="209"/>
                  </a:cubicBezTo>
                  <a:cubicBezTo>
                    <a:pt x="1109" y="193"/>
                    <a:pt x="1116" y="186"/>
                    <a:pt x="1131" y="186"/>
                  </a:cubicBezTo>
                  <a:cubicBezTo>
                    <a:pt x="1135" y="186"/>
                    <a:pt x="1137" y="185"/>
                    <a:pt x="1145" y="186"/>
                  </a:cubicBezTo>
                  <a:cubicBezTo>
                    <a:pt x="1141" y="189"/>
                    <a:pt x="1139" y="209"/>
                    <a:pt x="1164" y="178"/>
                  </a:cubicBezTo>
                  <a:cubicBezTo>
                    <a:pt x="1167" y="178"/>
                    <a:pt x="1179" y="183"/>
                    <a:pt x="1161" y="194"/>
                  </a:cubicBezTo>
                  <a:cubicBezTo>
                    <a:pt x="1155" y="198"/>
                    <a:pt x="1149" y="196"/>
                    <a:pt x="1145" y="202"/>
                  </a:cubicBezTo>
                  <a:cubicBezTo>
                    <a:pt x="1140" y="209"/>
                    <a:pt x="1136" y="217"/>
                    <a:pt x="1129" y="221"/>
                  </a:cubicBezTo>
                  <a:cubicBezTo>
                    <a:pt x="1123" y="224"/>
                    <a:pt x="1115" y="230"/>
                    <a:pt x="1115" y="239"/>
                  </a:cubicBezTo>
                  <a:cubicBezTo>
                    <a:pt x="1115" y="248"/>
                    <a:pt x="1118" y="275"/>
                    <a:pt x="1124" y="280"/>
                  </a:cubicBezTo>
                  <a:cubicBezTo>
                    <a:pt x="1129" y="273"/>
                    <a:pt x="1132" y="261"/>
                    <a:pt x="1141" y="259"/>
                  </a:cubicBezTo>
                  <a:cubicBezTo>
                    <a:pt x="1140" y="252"/>
                    <a:pt x="1151" y="251"/>
                    <a:pt x="1151" y="246"/>
                  </a:cubicBezTo>
                  <a:cubicBezTo>
                    <a:pt x="1151" y="239"/>
                    <a:pt x="1158" y="237"/>
                    <a:pt x="1158" y="233"/>
                  </a:cubicBezTo>
                  <a:cubicBezTo>
                    <a:pt x="1158" y="230"/>
                    <a:pt x="1156" y="227"/>
                    <a:pt x="1158" y="222"/>
                  </a:cubicBezTo>
                  <a:cubicBezTo>
                    <a:pt x="1177" y="183"/>
                    <a:pt x="1194" y="204"/>
                    <a:pt x="1200" y="204"/>
                  </a:cubicBezTo>
                  <a:cubicBezTo>
                    <a:pt x="1221" y="204"/>
                    <a:pt x="1235" y="179"/>
                    <a:pt x="1253" y="178"/>
                  </a:cubicBezTo>
                  <a:cubicBezTo>
                    <a:pt x="1286" y="178"/>
                    <a:pt x="1259" y="165"/>
                    <a:pt x="1259" y="161"/>
                  </a:cubicBezTo>
                  <a:cubicBezTo>
                    <a:pt x="1259" y="151"/>
                    <a:pt x="1273" y="153"/>
                    <a:pt x="1275" y="148"/>
                  </a:cubicBezTo>
                  <a:cubicBezTo>
                    <a:pt x="1276" y="145"/>
                    <a:pt x="1274" y="140"/>
                    <a:pt x="1279" y="140"/>
                  </a:cubicBezTo>
                  <a:cubicBezTo>
                    <a:pt x="1293" y="140"/>
                    <a:pt x="1305" y="159"/>
                    <a:pt x="1315" y="159"/>
                  </a:cubicBezTo>
                  <a:cubicBezTo>
                    <a:pt x="1319" y="159"/>
                    <a:pt x="1320" y="151"/>
                    <a:pt x="1323" y="148"/>
                  </a:cubicBezTo>
                  <a:cubicBezTo>
                    <a:pt x="1327" y="143"/>
                    <a:pt x="1330" y="143"/>
                    <a:pt x="1336" y="141"/>
                  </a:cubicBezTo>
                  <a:cubicBezTo>
                    <a:pt x="1328" y="131"/>
                    <a:pt x="1302" y="124"/>
                    <a:pt x="1289" y="117"/>
                  </a:cubicBezTo>
                  <a:close/>
                  <a:moveTo>
                    <a:pt x="335" y="450"/>
                  </a:moveTo>
                  <a:cubicBezTo>
                    <a:pt x="335" y="450"/>
                    <a:pt x="335" y="450"/>
                    <a:pt x="335" y="450"/>
                  </a:cubicBezTo>
                  <a:cubicBezTo>
                    <a:pt x="335" y="450"/>
                    <a:pt x="335" y="450"/>
                    <a:pt x="335" y="450"/>
                  </a:cubicBezTo>
                  <a:cubicBezTo>
                    <a:pt x="335" y="450"/>
                    <a:pt x="335" y="450"/>
                    <a:pt x="335" y="450"/>
                  </a:cubicBezTo>
                  <a:close/>
                  <a:moveTo>
                    <a:pt x="438" y="344"/>
                  </a:moveTo>
                  <a:cubicBezTo>
                    <a:pt x="443" y="352"/>
                    <a:pt x="449" y="355"/>
                    <a:pt x="449" y="363"/>
                  </a:cubicBezTo>
                  <a:cubicBezTo>
                    <a:pt x="451" y="362"/>
                    <a:pt x="455" y="360"/>
                    <a:pt x="456" y="360"/>
                  </a:cubicBezTo>
                  <a:cubicBezTo>
                    <a:pt x="457" y="364"/>
                    <a:pt x="460" y="365"/>
                    <a:pt x="460" y="369"/>
                  </a:cubicBezTo>
                  <a:cubicBezTo>
                    <a:pt x="453" y="369"/>
                    <a:pt x="453" y="369"/>
                    <a:pt x="453" y="369"/>
                  </a:cubicBezTo>
                  <a:cubicBezTo>
                    <a:pt x="451" y="369"/>
                    <a:pt x="449" y="371"/>
                    <a:pt x="449" y="374"/>
                  </a:cubicBezTo>
                  <a:cubicBezTo>
                    <a:pt x="454" y="375"/>
                    <a:pt x="457" y="380"/>
                    <a:pt x="457" y="384"/>
                  </a:cubicBezTo>
                  <a:cubicBezTo>
                    <a:pt x="457" y="386"/>
                    <a:pt x="456" y="387"/>
                    <a:pt x="456" y="389"/>
                  </a:cubicBezTo>
                  <a:cubicBezTo>
                    <a:pt x="456" y="391"/>
                    <a:pt x="459" y="394"/>
                    <a:pt x="459" y="394"/>
                  </a:cubicBezTo>
                  <a:cubicBezTo>
                    <a:pt x="459" y="396"/>
                    <a:pt x="459" y="396"/>
                    <a:pt x="459" y="398"/>
                  </a:cubicBezTo>
                  <a:cubicBezTo>
                    <a:pt x="455" y="399"/>
                    <a:pt x="451" y="399"/>
                    <a:pt x="448" y="399"/>
                  </a:cubicBezTo>
                  <a:cubicBezTo>
                    <a:pt x="445" y="399"/>
                    <a:pt x="439" y="400"/>
                    <a:pt x="437" y="398"/>
                  </a:cubicBezTo>
                  <a:cubicBezTo>
                    <a:pt x="435" y="396"/>
                    <a:pt x="435" y="394"/>
                    <a:pt x="433" y="394"/>
                  </a:cubicBezTo>
                  <a:cubicBezTo>
                    <a:pt x="430" y="393"/>
                    <a:pt x="427" y="395"/>
                    <a:pt x="426" y="392"/>
                  </a:cubicBezTo>
                  <a:cubicBezTo>
                    <a:pt x="425" y="389"/>
                    <a:pt x="427" y="388"/>
                    <a:pt x="425" y="385"/>
                  </a:cubicBezTo>
                  <a:cubicBezTo>
                    <a:pt x="424" y="383"/>
                    <a:pt x="422" y="383"/>
                    <a:pt x="422" y="381"/>
                  </a:cubicBezTo>
                  <a:cubicBezTo>
                    <a:pt x="425" y="382"/>
                    <a:pt x="425" y="382"/>
                    <a:pt x="425" y="382"/>
                  </a:cubicBezTo>
                  <a:cubicBezTo>
                    <a:pt x="428" y="378"/>
                    <a:pt x="428" y="372"/>
                    <a:pt x="431" y="371"/>
                  </a:cubicBezTo>
                  <a:cubicBezTo>
                    <a:pt x="425" y="367"/>
                    <a:pt x="416" y="354"/>
                    <a:pt x="416" y="346"/>
                  </a:cubicBezTo>
                  <a:cubicBezTo>
                    <a:pt x="416" y="344"/>
                    <a:pt x="411" y="340"/>
                    <a:pt x="411" y="337"/>
                  </a:cubicBezTo>
                  <a:cubicBezTo>
                    <a:pt x="411" y="336"/>
                    <a:pt x="415" y="327"/>
                    <a:pt x="417" y="326"/>
                  </a:cubicBezTo>
                  <a:cubicBezTo>
                    <a:pt x="418" y="327"/>
                    <a:pt x="424" y="323"/>
                    <a:pt x="425" y="323"/>
                  </a:cubicBezTo>
                  <a:cubicBezTo>
                    <a:pt x="431" y="320"/>
                    <a:pt x="435" y="319"/>
                    <a:pt x="442" y="319"/>
                  </a:cubicBezTo>
                  <a:cubicBezTo>
                    <a:pt x="454" y="319"/>
                    <a:pt x="456" y="325"/>
                    <a:pt x="461" y="331"/>
                  </a:cubicBezTo>
                  <a:cubicBezTo>
                    <a:pt x="458" y="334"/>
                    <a:pt x="453" y="332"/>
                    <a:pt x="449" y="332"/>
                  </a:cubicBezTo>
                  <a:cubicBezTo>
                    <a:pt x="443" y="332"/>
                    <a:pt x="434" y="338"/>
                    <a:pt x="433" y="337"/>
                  </a:cubicBezTo>
                  <a:cubicBezTo>
                    <a:pt x="433" y="342"/>
                    <a:pt x="437" y="342"/>
                    <a:pt x="438" y="344"/>
                  </a:cubicBezTo>
                  <a:close/>
                  <a:moveTo>
                    <a:pt x="507" y="407"/>
                  </a:moveTo>
                  <a:cubicBezTo>
                    <a:pt x="507" y="407"/>
                    <a:pt x="507" y="408"/>
                    <a:pt x="506" y="408"/>
                  </a:cubicBezTo>
                  <a:cubicBezTo>
                    <a:pt x="506" y="407"/>
                    <a:pt x="506" y="406"/>
                    <a:pt x="506" y="404"/>
                  </a:cubicBezTo>
                  <a:cubicBezTo>
                    <a:pt x="506" y="405"/>
                    <a:pt x="506" y="406"/>
                    <a:pt x="506" y="408"/>
                  </a:cubicBezTo>
                  <a:cubicBezTo>
                    <a:pt x="509" y="405"/>
                    <a:pt x="511" y="409"/>
                    <a:pt x="513" y="409"/>
                  </a:cubicBezTo>
                  <a:cubicBezTo>
                    <a:pt x="511" y="409"/>
                    <a:pt x="510" y="407"/>
                    <a:pt x="507" y="407"/>
                  </a:cubicBezTo>
                  <a:close/>
                </a:path>
              </a:pathLst>
            </a:custGeom>
            <a:solidFill>
              <a:srgbClr val="43CEA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6" name="Freeform 67"/>
            <p:cNvSpPr>
              <a:spLocks/>
            </p:cNvSpPr>
            <p:nvPr/>
          </p:nvSpPr>
          <p:spPr bwMode="auto">
            <a:xfrm>
              <a:off x="8153424" y="2369277"/>
              <a:ext cx="75126" cy="29216"/>
            </a:xfrm>
            <a:custGeom>
              <a:avLst/>
              <a:gdLst>
                <a:gd name="T0" fmla="*/ 3 w 23"/>
                <a:gd name="T1" fmla="*/ 9 h 9"/>
                <a:gd name="T2" fmla="*/ 23 w 23"/>
                <a:gd name="T3" fmla="*/ 5 h 9"/>
                <a:gd name="T4" fmla="*/ 11 w 23"/>
                <a:gd name="T5" fmla="*/ 0 h 9"/>
                <a:gd name="T6" fmla="*/ 0 w 23"/>
                <a:gd name="T7" fmla="*/ 7 h 9"/>
                <a:gd name="T8" fmla="*/ 3 w 23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9">
                  <a:moveTo>
                    <a:pt x="3" y="9"/>
                  </a:moveTo>
                  <a:cubicBezTo>
                    <a:pt x="5" y="9"/>
                    <a:pt x="23" y="8"/>
                    <a:pt x="23" y="5"/>
                  </a:cubicBezTo>
                  <a:cubicBezTo>
                    <a:pt x="23" y="2"/>
                    <a:pt x="14" y="0"/>
                    <a:pt x="11" y="0"/>
                  </a:cubicBezTo>
                  <a:cubicBezTo>
                    <a:pt x="7" y="0"/>
                    <a:pt x="0" y="4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7" name="Freeform 68"/>
            <p:cNvSpPr>
              <a:spLocks/>
            </p:cNvSpPr>
            <p:nvPr/>
          </p:nvSpPr>
          <p:spPr bwMode="auto">
            <a:xfrm>
              <a:off x="7929438" y="2434666"/>
              <a:ext cx="29216" cy="13912"/>
            </a:xfrm>
            <a:custGeom>
              <a:avLst/>
              <a:gdLst>
                <a:gd name="T0" fmla="*/ 9 w 9"/>
                <a:gd name="T1" fmla="*/ 2 h 4"/>
                <a:gd name="T2" fmla="*/ 7 w 9"/>
                <a:gd name="T3" fmla="*/ 0 h 4"/>
                <a:gd name="T4" fmla="*/ 0 w 9"/>
                <a:gd name="T5" fmla="*/ 0 h 4"/>
                <a:gd name="T6" fmla="*/ 6 w 9"/>
                <a:gd name="T7" fmla="*/ 4 h 4"/>
                <a:gd name="T8" fmla="*/ 9 w 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9" y="2"/>
                  </a:moveTo>
                  <a:cubicBezTo>
                    <a:pt x="9" y="1"/>
                    <a:pt x="7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3" y="4"/>
                    <a:pt x="6" y="4"/>
                  </a:cubicBezTo>
                  <a:cubicBezTo>
                    <a:pt x="8" y="4"/>
                    <a:pt x="9" y="3"/>
                    <a:pt x="9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8" name="Freeform 69"/>
            <p:cNvSpPr>
              <a:spLocks/>
            </p:cNvSpPr>
            <p:nvPr/>
          </p:nvSpPr>
          <p:spPr bwMode="auto">
            <a:xfrm>
              <a:off x="7235221" y="2191197"/>
              <a:ext cx="12521" cy="19477"/>
            </a:xfrm>
            <a:custGeom>
              <a:avLst/>
              <a:gdLst>
                <a:gd name="T0" fmla="*/ 2 w 4"/>
                <a:gd name="T1" fmla="*/ 6 h 6"/>
                <a:gd name="T2" fmla="*/ 4 w 4"/>
                <a:gd name="T3" fmla="*/ 3 h 6"/>
                <a:gd name="T4" fmla="*/ 4 w 4"/>
                <a:gd name="T5" fmla="*/ 3 h 6"/>
                <a:gd name="T6" fmla="*/ 4 w 4"/>
                <a:gd name="T7" fmla="*/ 3 h 6"/>
                <a:gd name="T8" fmla="*/ 4 w 4"/>
                <a:gd name="T9" fmla="*/ 2 h 6"/>
                <a:gd name="T10" fmla="*/ 3 w 4"/>
                <a:gd name="T11" fmla="*/ 2 h 6"/>
                <a:gd name="T12" fmla="*/ 2 w 4"/>
                <a:gd name="T13" fmla="*/ 0 h 6"/>
                <a:gd name="T14" fmla="*/ 0 w 4"/>
                <a:gd name="T15" fmla="*/ 4 h 6"/>
                <a:gd name="T16" fmla="*/ 2 w 4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2" y="6"/>
                  </a:moveTo>
                  <a:cubicBezTo>
                    <a:pt x="3" y="6"/>
                    <a:pt x="4" y="4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5"/>
                    <a:pt x="0" y="6"/>
                    <a:pt x="2" y="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99" name="Freeform 70"/>
            <p:cNvSpPr>
              <a:spLocks/>
            </p:cNvSpPr>
            <p:nvPr/>
          </p:nvSpPr>
          <p:spPr bwMode="auto">
            <a:xfrm>
              <a:off x="6760816" y="2260760"/>
              <a:ext cx="6956" cy="5565"/>
            </a:xfrm>
            <a:custGeom>
              <a:avLst/>
              <a:gdLst>
                <a:gd name="T0" fmla="*/ 2 w 2"/>
                <a:gd name="T1" fmla="*/ 0 h 2"/>
                <a:gd name="T2" fmla="*/ 1 w 2"/>
                <a:gd name="T3" fmla="*/ 1 h 2"/>
                <a:gd name="T4" fmla="*/ 0 w 2"/>
                <a:gd name="T5" fmla="*/ 2 h 2"/>
                <a:gd name="T6" fmla="*/ 2 w 2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2"/>
                    <a:pt x="0" y="2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0" name="Freeform 71"/>
            <p:cNvSpPr>
              <a:spLocks/>
            </p:cNvSpPr>
            <p:nvPr/>
          </p:nvSpPr>
          <p:spPr bwMode="auto">
            <a:xfrm>
              <a:off x="6731600" y="2246847"/>
              <a:ext cx="36172" cy="19477"/>
            </a:xfrm>
            <a:custGeom>
              <a:avLst/>
              <a:gdLst>
                <a:gd name="T0" fmla="*/ 5 w 11"/>
                <a:gd name="T1" fmla="*/ 0 h 6"/>
                <a:gd name="T2" fmla="*/ 0 w 11"/>
                <a:gd name="T3" fmla="*/ 3 h 6"/>
                <a:gd name="T4" fmla="*/ 5 w 11"/>
                <a:gd name="T5" fmla="*/ 6 h 6"/>
                <a:gd name="T6" fmla="*/ 10 w 11"/>
                <a:gd name="T7" fmla="*/ 5 h 6"/>
                <a:gd name="T8" fmla="*/ 11 w 11"/>
                <a:gd name="T9" fmla="*/ 3 h 6"/>
                <a:gd name="T10" fmla="*/ 5 w 11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6">
                  <a:moveTo>
                    <a:pt x="5" y="0"/>
                  </a:moveTo>
                  <a:cubicBezTo>
                    <a:pt x="3" y="0"/>
                    <a:pt x="0" y="1"/>
                    <a:pt x="0" y="3"/>
                  </a:cubicBezTo>
                  <a:cubicBezTo>
                    <a:pt x="0" y="5"/>
                    <a:pt x="3" y="6"/>
                    <a:pt x="5" y="6"/>
                  </a:cubicBezTo>
                  <a:cubicBezTo>
                    <a:pt x="7" y="6"/>
                    <a:pt x="9" y="5"/>
                    <a:pt x="10" y="5"/>
                  </a:cubicBezTo>
                  <a:cubicBezTo>
                    <a:pt x="10" y="4"/>
                    <a:pt x="11" y="4"/>
                    <a:pt x="11" y="3"/>
                  </a:cubicBezTo>
                  <a:cubicBezTo>
                    <a:pt x="11" y="1"/>
                    <a:pt x="9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1" name="Freeform 72"/>
            <p:cNvSpPr>
              <a:spLocks/>
            </p:cNvSpPr>
            <p:nvPr/>
          </p:nvSpPr>
          <p:spPr bwMode="auto">
            <a:xfrm>
              <a:off x="6467269" y="2027030"/>
              <a:ext cx="132166" cy="75127"/>
            </a:xfrm>
            <a:custGeom>
              <a:avLst/>
              <a:gdLst>
                <a:gd name="T0" fmla="*/ 0 w 40"/>
                <a:gd name="T1" fmla="*/ 20 h 23"/>
                <a:gd name="T2" fmla="*/ 4 w 40"/>
                <a:gd name="T3" fmla="*/ 23 h 23"/>
                <a:gd name="T4" fmla="*/ 16 w 40"/>
                <a:gd name="T5" fmla="*/ 20 h 23"/>
                <a:gd name="T6" fmla="*/ 24 w 40"/>
                <a:gd name="T7" fmla="*/ 19 h 23"/>
                <a:gd name="T8" fmla="*/ 40 w 40"/>
                <a:gd name="T9" fmla="*/ 13 h 23"/>
                <a:gd name="T10" fmla="*/ 27 w 40"/>
                <a:gd name="T11" fmla="*/ 4 h 23"/>
                <a:gd name="T12" fmla="*/ 23 w 40"/>
                <a:gd name="T13" fmla="*/ 6 h 23"/>
                <a:gd name="T14" fmla="*/ 24 w 40"/>
                <a:gd name="T15" fmla="*/ 0 h 23"/>
                <a:gd name="T16" fmla="*/ 21 w 40"/>
                <a:gd name="T17" fmla="*/ 0 h 23"/>
                <a:gd name="T18" fmla="*/ 5 w 40"/>
                <a:gd name="T19" fmla="*/ 14 h 23"/>
                <a:gd name="T20" fmla="*/ 0 w 40"/>
                <a:gd name="T21" fmla="*/ 2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23">
                  <a:moveTo>
                    <a:pt x="0" y="20"/>
                  </a:moveTo>
                  <a:cubicBezTo>
                    <a:pt x="0" y="22"/>
                    <a:pt x="1" y="23"/>
                    <a:pt x="4" y="23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23" y="19"/>
                    <a:pt x="24" y="19"/>
                  </a:cubicBezTo>
                  <a:cubicBezTo>
                    <a:pt x="28" y="19"/>
                    <a:pt x="40" y="18"/>
                    <a:pt x="40" y="13"/>
                  </a:cubicBezTo>
                  <a:cubicBezTo>
                    <a:pt x="40" y="10"/>
                    <a:pt x="30" y="4"/>
                    <a:pt x="27" y="4"/>
                  </a:cubicBezTo>
                  <a:cubicBezTo>
                    <a:pt x="26" y="4"/>
                    <a:pt x="25" y="5"/>
                    <a:pt x="23" y="6"/>
                  </a:cubicBezTo>
                  <a:cubicBezTo>
                    <a:pt x="25" y="4"/>
                    <a:pt x="24" y="4"/>
                    <a:pt x="24" y="0"/>
                  </a:cubicBezTo>
                  <a:cubicBezTo>
                    <a:pt x="23" y="0"/>
                    <a:pt x="23" y="0"/>
                    <a:pt x="21" y="0"/>
                  </a:cubicBezTo>
                  <a:cubicBezTo>
                    <a:pt x="12" y="0"/>
                    <a:pt x="10" y="9"/>
                    <a:pt x="5" y="14"/>
                  </a:cubicBezTo>
                  <a:cubicBezTo>
                    <a:pt x="3" y="16"/>
                    <a:pt x="0" y="16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2" name="Freeform 73"/>
            <p:cNvSpPr>
              <a:spLocks/>
            </p:cNvSpPr>
            <p:nvPr/>
          </p:nvSpPr>
          <p:spPr bwMode="auto">
            <a:xfrm>
              <a:off x="6290584" y="1993640"/>
              <a:ext cx="48693" cy="26434"/>
            </a:xfrm>
            <a:custGeom>
              <a:avLst/>
              <a:gdLst>
                <a:gd name="T0" fmla="*/ 0 w 15"/>
                <a:gd name="T1" fmla="*/ 3 h 8"/>
                <a:gd name="T2" fmla="*/ 4 w 15"/>
                <a:gd name="T3" fmla="*/ 8 h 8"/>
                <a:gd name="T4" fmla="*/ 15 w 15"/>
                <a:gd name="T5" fmla="*/ 4 h 8"/>
                <a:gd name="T6" fmla="*/ 6 w 15"/>
                <a:gd name="T7" fmla="*/ 0 h 8"/>
                <a:gd name="T8" fmla="*/ 0 w 15"/>
                <a:gd name="T9" fmla="*/ 3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8">
                  <a:moveTo>
                    <a:pt x="0" y="3"/>
                  </a:moveTo>
                  <a:cubicBezTo>
                    <a:pt x="0" y="5"/>
                    <a:pt x="3" y="8"/>
                    <a:pt x="4" y="8"/>
                  </a:cubicBezTo>
                  <a:cubicBezTo>
                    <a:pt x="7" y="8"/>
                    <a:pt x="14" y="8"/>
                    <a:pt x="15" y="4"/>
                  </a:cubicBezTo>
                  <a:cubicBezTo>
                    <a:pt x="13" y="3"/>
                    <a:pt x="7" y="0"/>
                    <a:pt x="6" y="0"/>
                  </a:cubicBezTo>
                  <a:cubicBezTo>
                    <a:pt x="4" y="0"/>
                    <a:pt x="0" y="0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3" name="Freeform 74"/>
            <p:cNvSpPr>
              <a:spLocks/>
            </p:cNvSpPr>
            <p:nvPr/>
          </p:nvSpPr>
          <p:spPr bwMode="auto">
            <a:xfrm>
              <a:off x="6307279" y="1937990"/>
              <a:ext cx="176685" cy="125212"/>
            </a:xfrm>
            <a:custGeom>
              <a:avLst/>
              <a:gdLst>
                <a:gd name="T0" fmla="*/ 26 w 54"/>
                <a:gd name="T1" fmla="*/ 19 h 38"/>
                <a:gd name="T2" fmla="*/ 9 w 54"/>
                <a:gd name="T3" fmla="*/ 26 h 38"/>
                <a:gd name="T4" fmla="*/ 21 w 54"/>
                <a:gd name="T5" fmla="*/ 34 h 38"/>
                <a:gd name="T6" fmla="*/ 46 w 54"/>
                <a:gd name="T7" fmla="*/ 38 h 38"/>
                <a:gd name="T8" fmla="*/ 51 w 54"/>
                <a:gd name="T9" fmla="*/ 35 h 38"/>
                <a:gd name="T10" fmla="*/ 47 w 54"/>
                <a:gd name="T11" fmla="*/ 32 h 38"/>
                <a:gd name="T12" fmla="*/ 52 w 54"/>
                <a:gd name="T13" fmla="*/ 29 h 38"/>
                <a:gd name="T14" fmla="*/ 54 w 54"/>
                <a:gd name="T15" fmla="*/ 24 h 38"/>
                <a:gd name="T16" fmla="*/ 46 w 54"/>
                <a:gd name="T17" fmla="*/ 19 h 38"/>
                <a:gd name="T18" fmla="*/ 41 w 54"/>
                <a:gd name="T19" fmla="*/ 19 h 38"/>
                <a:gd name="T20" fmla="*/ 35 w 54"/>
                <a:gd name="T21" fmla="*/ 17 h 38"/>
                <a:gd name="T22" fmla="*/ 30 w 54"/>
                <a:gd name="T23" fmla="*/ 18 h 38"/>
                <a:gd name="T24" fmla="*/ 34 w 54"/>
                <a:gd name="T25" fmla="*/ 14 h 38"/>
                <a:gd name="T26" fmla="*/ 34 w 54"/>
                <a:gd name="T27" fmla="*/ 9 h 38"/>
                <a:gd name="T28" fmla="*/ 37 w 54"/>
                <a:gd name="T29" fmla="*/ 9 h 38"/>
                <a:gd name="T30" fmla="*/ 23 w 54"/>
                <a:gd name="T31" fmla="*/ 0 h 38"/>
                <a:gd name="T32" fmla="*/ 0 w 54"/>
                <a:gd name="T33" fmla="*/ 14 h 38"/>
                <a:gd name="T34" fmla="*/ 16 w 54"/>
                <a:gd name="T35" fmla="*/ 18 h 38"/>
                <a:gd name="T36" fmla="*/ 26 w 54"/>
                <a:gd name="T37" fmla="*/ 19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8">
                  <a:moveTo>
                    <a:pt x="26" y="19"/>
                  </a:moveTo>
                  <a:cubicBezTo>
                    <a:pt x="18" y="21"/>
                    <a:pt x="16" y="24"/>
                    <a:pt x="9" y="26"/>
                  </a:cubicBezTo>
                  <a:cubicBezTo>
                    <a:pt x="12" y="28"/>
                    <a:pt x="18" y="34"/>
                    <a:pt x="21" y="34"/>
                  </a:cubicBezTo>
                  <a:cubicBezTo>
                    <a:pt x="29" y="34"/>
                    <a:pt x="36" y="38"/>
                    <a:pt x="46" y="38"/>
                  </a:cubicBezTo>
                  <a:cubicBezTo>
                    <a:pt x="48" y="38"/>
                    <a:pt x="51" y="37"/>
                    <a:pt x="51" y="35"/>
                  </a:cubicBezTo>
                  <a:cubicBezTo>
                    <a:pt x="51" y="33"/>
                    <a:pt x="49" y="33"/>
                    <a:pt x="47" y="32"/>
                  </a:cubicBezTo>
                  <a:cubicBezTo>
                    <a:pt x="49" y="32"/>
                    <a:pt x="52" y="32"/>
                    <a:pt x="52" y="29"/>
                  </a:cubicBezTo>
                  <a:cubicBezTo>
                    <a:pt x="52" y="27"/>
                    <a:pt x="51" y="26"/>
                    <a:pt x="54" y="24"/>
                  </a:cubicBezTo>
                  <a:cubicBezTo>
                    <a:pt x="51" y="21"/>
                    <a:pt x="51" y="19"/>
                    <a:pt x="46" y="19"/>
                  </a:cubicBezTo>
                  <a:cubicBezTo>
                    <a:pt x="44" y="19"/>
                    <a:pt x="43" y="19"/>
                    <a:pt x="41" y="19"/>
                  </a:cubicBezTo>
                  <a:cubicBezTo>
                    <a:pt x="39" y="19"/>
                    <a:pt x="37" y="17"/>
                    <a:pt x="35" y="17"/>
                  </a:cubicBezTo>
                  <a:cubicBezTo>
                    <a:pt x="33" y="17"/>
                    <a:pt x="32" y="17"/>
                    <a:pt x="30" y="18"/>
                  </a:cubicBezTo>
                  <a:cubicBezTo>
                    <a:pt x="32" y="17"/>
                    <a:pt x="34" y="15"/>
                    <a:pt x="34" y="14"/>
                  </a:cubicBezTo>
                  <a:cubicBezTo>
                    <a:pt x="34" y="13"/>
                    <a:pt x="34" y="12"/>
                    <a:pt x="34" y="9"/>
                  </a:cubicBezTo>
                  <a:cubicBezTo>
                    <a:pt x="35" y="9"/>
                    <a:pt x="35" y="10"/>
                    <a:pt x="37" y="9"/>
                  </a:cubicBezTo>
                  <a:cubicBezTo>
                    <a:pt x="33" y="6"/>
                    <a:pt x="30" y="0"/>
                    <a:pt x="23" y="0"/>
                  </a:cubicBezTo>
                  <a:cubicBezTo>
                    <a:pt x="12" y="0"/>
                    <a:pt x="9" y="11"/>
                    <a:pt x="0" y="14"/>
                  </a:cubicBezTo>
                  <a:cubicBezTo>
                    <a:pt x="5" y="17"/>
                    <a:pt x="10" y="18"/>
                    <a:pt x="16" y="18"/>
                  </a:cubicBezTo>
                  <a:cubicBezTo>
                    <a:pt x="17" y="18"/>
                    <a:pt x="23" y="19"/>
                    <a:pt x="26" y="1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4" name="Freeform 75"/>
            <p:cNvSpPr>
              <a:spLocks/>
            </p:cNvSpPr>
            <p:nvPr/>
          </p:nvSpPr>
          <p:spPr bwMode="auto">
            <a:xfrm>
              <a:off x="6382405" y="2135547"/>
              <a:ext cx="23651" cy="16695"/>
            </a:xfrm>
            <a:custGeom>
              <a:avLst/>
              <a:gdLst>
                <a:gd name="T0" fmla="*/ 2 w 7"/>
                <a:gd name="T1" fmla="*/ 5 h 5"/>
                <a:gd name="T2" fmla="*/ 7 w 7"/>
                <a:gd name="T3" fmla="*/ 0 h 5"/>
                <a:gd name="T4" fmla="*/ 3 w 7"/>
                <a:gd name="T5" fmla="*/ 0 h 5"/>
                <a:gd name="T6" fmla="*/ 0 w 7"/>
                <a:gd name="T7" fmla="*/ 3 h 5"/>
                <a:gd name="T8" fmla="*/ 2 w 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5">
                  <a:moveTo>
                    <a:pt x="2" y="5"/>
                  </a:moveTo>
                  <a:cubicBezTo>
                    <a:pt x="5" y="5"/>
                    <a:pt x="6" y="4"/>
                    <a:pt x="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1"/>
                    <a:pt x="1" y="2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5" name="Freeform 76"/>
            <p:cNvSpPr>
              <a:spLocks/>
            </p:cNvSpPr>
            <p:nvPr/>
          </p:nvSpPr>
          <p:spPr bwMode="auto">
            <a:xfrm>
              <a:off x="6271107" y="1947729"/>
              <a:ext cx="29216" cy="5565"/>
            </a:xfrm>
            <a:custGeom>
              <a:avLst/>
              <a:gdLst>
                <a:gd name="T0" fmla="*/ 9 w 9"/>
                <a:gd name="T1" fmla="*/ 2 h 2"/>
                <a:gd name="T2" fmla="*/ 8 w 9"/>
                <a:gd name="T3" fmla="*/ 0 h 2"/>
                <a:gd name="T4" fmla="*/ 0 w 9"/>
                <a:gd name="T5" fmla="*/ 0 h 2"/>
                <a:gd name="T6" fmla="*/ 9 w 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2">
                  <a:moveTo>
                    <a:pt x="9" y="2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6" y="2"/>
                    <a:pt x="9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6" name="Freeform 77"/>
            <p:cNvSpPr>
              <a:spLocks/>
            </p:cNvSpPr>
            <p:nvPr/>
          </p:nvSpPr>
          <p:spPr bwMode="auto">
            <a:xfrm>
              <a:off x="6623085" y="2085462"/>
              <a:ext cx="22259" cy="13912"/>
            </a:xfrm>
            <a:custGeom>
              <a:avLst/>
              <a:gdLst>
                <a:gd name="T0" fmla="*/ 4 w 7"/>
                <a:gd name="T1" fmla="*/ 4 h 4"/>
                <a:gd name="T2" fmla="*/ 7 w 7"/>
                <a:gd name="T3" fmla="*/ 0 h 4"/>
                <a:gd name="T4" fmla="*/ 0 w 7"/>
                <a:gd name="T5" fmla="*/ 1 h 4"/>
                <a:gd name="T6" fmla="*/ 4 w 7"/>
                <a:gd name="T7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4">
                  <a:moveTo>
                    <a:pt x="4" y="4"/>
                  </a:moveTo>
                  <a:cubicBezTo>
                    <a:pt x="6" y="4"/>
                    <a:pt x="7" y="2"/>
                    <a:pt x="7" y="0"/>
                  </a:cubicBezTo>
                  <a:cubicBezTo>
                    <a:pt x="5" y="1"/>
                    <a:pt x="5" y="0"/>
                    <a:pt x="0" y="1"/>
                  </a:cubicBezTo>
                  <a:cubicBezTo>
                    <a:pt x="1" y="2"/>
                    <a:pt x="2" y="4"/>
                    <a:pt x="4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7" name="Freeform 78"/>
            <p:cNvSpPr>
              <a:spLocks/>
            </p:cNvSpPr>
            <p:nvPr/>
          </p:nvSpPr>
          <p:spPr bwMode="auto">
            <a:xfrm>
              <a:off x="5418291" y="1983901"/>
              <a:ext cx="6956" cy="6956"/>
            </a:xfrm>
            <a:custGeom>
              <a:avLst/>
              <a:gdLst>
                <a:gd name="T0" fmla="*/ 0 w 2"/>
                <a:gd name="T1" fmla="*/ 2 h 2"/>
                <a:gd name="T2" fmla="*/ 2 w 2"/>
                <a:gd name="T3" fmla="*/ 0 h 2"/>
                <a:gd name="T4" fmla="*/ 0 w 2"/>
                <a:gd name="T5" fmla="*/ 1 h 2"/>
                <a:gd name="T6" fmla="*/ 0 w 2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1"/>
                    <a:pt x="0" y="1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8" name="Freeform 79"/>
            <p:cNvSpPr>
              <a:spLocks/>
            </p:cNvSpPr>
            <p:nvPr/>
          </p:nvSpPr>
          <p:spPr bwMode="auto">
            <a:xfrm>
              <a:off x="5295864" y="1960250"/>
              <a:ext cx="151643" cy="45911"/>
            </a:xfrm>
            <a:custGeom>
              <a:avLst/>
              <a:gdLst>
                <a:gd name="T0" fmla="*/ 15 w 46"/>
                <a:gd name="T1" fmla="*/ 2 h 14"/>
                <a:gd name="T2" fmla="*/ 20 w 46"/>
                <a:gd name="T3" fmla="*/ 4 h 14"/>
                <a:gd name="T4" fmla="*/ 17 w 46"/>
                <a:gd name="T5" fmla="*/ 6 h 14"/>
                <a:gd name="T6" fmla="*/ 21 w 46"/>
                <a:gd name="T7" fmla="*/ 7 h 14"/>
                <a:gd name="T8" fmla="*/ 16 w 46"/>
                <a:gd name="T9" fmla="*/ 9 h 14"/>
                <a:gd name="T10" fmla="*/ 23 w 46"/>
                <a:gd name="T11" fmla="*/ 12 h 14"/>
                <a:gd name="T12" fmla="*/ 23 w 46"/>
                <a:gd name="T13" fmla="*/ 12 h 14"/>
                <a:gd name="T14" fmla="*/ 25 w 46"/>
                <a:gd name="T15" fmla="*/ 14 h 14"/>
                <a:gd name="T16" fmla="*/ 29 w 46"/>
                <a:gd name="T17" fmla="*/ 9 h 14"/>
                <a:gd name="T18" fmla="*/ 37 w 46"/>
                <a:gd name="T19" fmla="*/ 8 h 14"/>
                <a:gd name="T20" fmla="*/ 37 w 46"/>
                <a:gd name="T21" fmla="*/ 6 h 14"/>
                <a:gd name="T22" fmla="*/ 40 w 46"/>
                <a:gd name="T23" fmla="*/ 6 h 14"/>
                <a:gd name="T24" fmla="*/ 46 w 46"/>
                <a:gd name="T25" fmla="*/ 2 h 14"/>
                <a:gd name="T26" fmla="*/ 39 w 46"/>
                <a:gd name="T27" fmla="*/ 0 h 14"/>
                <a:gd name="T28" fmla="*/ 31 w 46"/>
                <a:gd name="T29" fmla="*/ 3 h 14"/>
                <a:gd name="T30" fmla="*/ 18 w 46"/>
                <a:gd name="T31" fmla="*/ 0 h 14"/>
                <a:gd name="T32" fmla="*/ 0 w 46"/>
                <a:gd name="T33" fmla="*/ 4 h 14"/>
                <a:gd name="T34" fmla="*/ 5 w 46"/>
                <a:gd name="T35" fmla="*/ 5 h 14"/>
                <a:gd name="T36" fmla="*/ 15 w 46"/>
                <a:gd name="T37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" h="14">
                  <a:moveTo>
                    <a:pt x="15" y="2"/>
                  </a:moveTo>
                  <a:cubicBezTo>
                    <a:pt x="17" y="2"/>
                    <a:pt x="18" y="4"/>
                    <a:pt x="20" y="4"/>
                  </a:cubicBezTo>
                  <a:cubicBezTo>
                    <a:pt x="19" y="5"/>
                    <a:pt x="18" y="6"/>
                    <a:pt x="17" y="6"/>
                  </a:cubicBezTo>
                  <a:cubicBezTo>
                    <a:pt x="18" y="7"/>
                    <a:pt x="19" y="7"/>
                    <a:pt x="21" y="7"/>
                  </a:cubicBezTo>
                  <a:cubicBezTo>
                    <a:pt x="19" y="7"/>
                    <a:pt x="18" y="8"/>
                    <a:pt x="16" y="9"/>
                  </a:cubicBezTo>
                  <a:cubicBezTo>
                    <a:pt x="17" y="11"/>
                    <a:pt x="19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4" y="14"/>
                    <a:pt x="25" y="14"/>
                  </a:cubicBezTo>
                  <a:cubicBezTo>
                    <a:pt x="27" y="14"/>
                    <a:pt x="27" y="10"/>
                    <a:pt x="29" y="9"/>
                  </a:cubicBezTo>
                  <a:cubicBezTo>
                    <a:pt x="32" y="7"/>
                    <a:pt x="33" y="9"/>
                    <a:pt x="37" y="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7" y="7"/>
                    <a:pt x="39" y="7"/>
                    <a:pt x="40" y="6"/>
                  </a:cubicBezTo>
                  <a:cubicBezTo>
                    <a:pt x="42" y="4"/>
                    <a:pt x="45" y="6"/>
                    <a:pt x="46" y="2"/>
                  </a:cubicBezTo>
                  <a:cubicBezTo>
                    <a:pt x="44" y="2"/>
                    <a:pt x="42" y="0"/>
                    <a:pt x="39" y="0"/>
                  </a:cubicBezTo>
                  <a:cubicBezTo>
                    <a:pt x="36" y="0"/>
                    <a:pt x="34" y="3"/>
                    <a:pt x="31" y="3"/>
                  </a:cubicBezTo>
                  <a:cubicBezTo>
                    <a:pt x="26" y="3"/>
                    <a:pt x="23" y="0"/>
                    <a:pt x="18" y="0"/>
                  </a:cubicBezTo>
                  <a:cubicBezTo>
                    <a:pt x="13" y="0"/>
                    <a:pt x="2" y="1"/>
                    <a:pt x="0" y="4"/>
                  </a:cubicBezTo>
                  <a:cubicBezTo>
                    <a:pt x="2" y="5"/>
                    <a:pt x="3" y="5"/>
                    <a:pt x="5" y="5"/>
                  </a:cubicBezTo>
                  <a:cubicBezTo>
                    <a:pt x="8" y="5"/>
                    <a:pt x="13" y="2"/>
                    <a:pt x="15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09" name="Freeform 80"/>
            <p:cNvSpPr>
              <a:spLocks/>
            </p:cNvSpPr>
            <p:nvPr/>
          </p:nvSpPr>
          <p:spPr bwMode="auto">
            <a:xfrm>
              <a:off x="5688187" y="1931034"/>
              <a:ext cx="52866" cy="33390"/>
            </a:xfrm>
            <a:custGeom>
              <a:avLst/>
              <a:gdLst>
                <a:gd name="T0" fmla="*/ 4 w 16"/>
                <a:gd name="T1" fmla="*/ 10 h 10"/>
                <a:gd name="T2" fmla="*/ 16 w 16"/>
                <a:gd name="T3" fmla="*/ 7 h 10"/>
                <a:gd name="T4" fmla="*/ 13 w 16"/>
                <a:gd name="T5" fmla="*/ 0 h 10"/>
                <a:gd name="T6" fmla="*/ 0 w 16"/>
                <a:gd name="T7" fmla="*/ 7 h 10"/>
                <a:gd name="T8" fmla="*/ 4 w 16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0">
                  <a:moveTo>
                    <a:pt x="4" y="10"/>
                  </a:moveTo>
                  <a:cubicBezTo>
                    <a:pt x="6" y="10"/>
                    <a:pt x="14" y="8"/>
                    <a:pt x="16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0"/>
                    <a:pt x="0" y="4"/>
                    <a:pt x="0" y="7"/>
                  </a:cubicBezTo>
                  <a:cubicBezTo>
                    <a:pt x="0" y="9"/>
                    <a:pt x="1" y="10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0" name="Freeform 81"/>
            <p:cNvSpPr>
              <a:spLocks/>
            </p:cNvSpPr>
            <p:nvPr/>
          </p:nvSpPr>
          <p:spPr bwMode="auto">
            <a:xfrm>
              <a:off x="5618627" y="1947729"/>
              <a:ext cx="55649" cy="38955"/>
            </a:xfrm>
            <a:custGeom>
              <a:avLst/>
              <a:gdLst>
                <a:gd name="T0" fmla="*/ 12 w 17"/>
                <a:gd name="T1" fmla="*/ 11 h 12"/>
                <a:gd name="T2" fmla="*/ 11 w 17"/>
                <a:gd name="T3" fmla="*/ 8 h 12"/>
                <a:gd name="T4" fmla="*/ 17 w 17"/>
                <a:gd name="T5" fmla="*/ 7 h 12"/>
                <a:gd name="T6" fmla="*/ 17 w 17"/>
                <a:gd name="T7" fmla="*/ 4 h 12"/>
                <a:gd name="T8" fmla="*/ 11 w 17"/>
                <a:gd name="T9" fmla="*/ 3 h 12"/>
                <a:gd name="T10" fmla="*/ 12 w 17"/>
                <a:gd name="T11" fmla="*/ 0 h 12"/>
                <a:gd name="T12" fmla="*/ 5 w 17"/>
                <a:gd name="T13" fmla="*/ 0 h 12"/>
                <a:gd name="T14" fmla="*/ 5 w 17"/>
                <a:gd name="T15" fmla="*/ 4 h 12"/>
                <a:gd name="T16" fmla="*/ 0 w 17"/>
                <a:gd name="T17" fmla="*/ 10 h 12"/>
                <a:gd name="T18" fmla="*/ 12 w 17"/>
                <a:gd name="T19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2">
                  <a:moveTo>
                    <a:pt x="12" y="11"/>
                  </a:moveTo>
                  <a:cubicBezTo>
                    <a:pt x="11" y="8"/>
                    <a:pt x="11" y="8"/>
                    <a:pt x="11" y="8"/>
                  </a:cubicBezTo>
                  <a:cubicBezTo>
                    <a:pt x="13" y="8"/>
                    <a:pt x="16" y="9"/>
                    <a:pt x="17" y="7"/>
                  </a:cubicBezTo>
                  <a:cubicBezTo>
                    <a:pt x="17" y="6"/>
                    <a:pt x="17" y="6"/>
                    <a:pt x="17" y="4"/>
                  </a:cubicBezTo>
                  <a:cubicBezTo>
                    <a:pt x="15" y="4"/>
                    <a:pt x="12" y="3"/>
                    <a:pt x="11" y="3"/>
                  </a:cubicBezTo>
                  <a:cubicBezTo>
                    <a:pt x="11" y="3"/>
                    <a:pt x="12" y="2"/>
                    <a:pt x="12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4"/>
                    <a:pt x="4" y="2"/>
                    <a:pt x="5" y="4"/>
                  </a:cubicBezTo>
                  <a:cubicBezTo>
                    <a:pt x="2" y="5"/>
                    <a:pt x="0" y="7"/>
                    <a:pt x="0" y="10"/>
                  </a:cubicBezTo>
                  <a:cubicBezTo>
                    <a:pt x="0" y="12"/>
                    <a:pt x="11" y="12"/>
                    <a:pt x="12" y="1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1" name="Freeform 82"/>
            <p:cNvSpPr>
              <a:spLocks/>
            </p:cNvSpPr>
            <p:nvPr/>
          </p:nvSpPr>
          <p:spPr bwMode="auto">
            <a:xfrm>
              <a:off x="5543501" y="1979727"/>
              <a:ext cx="58431" cy="23651"/>
            </a:xfrm>
            <a:custGeom>
              <a:avLst/>
              <a:gdLst>
                <a:gd name="T0" fmla="*/ 12 w 18"/>
                <a:gd name="T1" fmla="*/ 0 h 7"/>
                <a:gd name="T2" fmla="*/ 0 w 18"/>
                <a:gd name="T3" fmla="*/ 5 h 7"/>
                <a:gd name="T4" fmla="*/ 3 w 18"/>
                <a:gd name="T5" fmla="*/ 7 h 7"/>
                <a:gd name="T6" fmla="*/ 6 w 18"/>
                <a:gd name="T7" fmla="*/ 4 h 7"/>
                <a:gd name="T8" fmla="*/ 11 w 18"/>
                <a:gd name="T9" fmla="*/ 7 h 7"/>
                <a:gd name="T10" fmla="*/ 18 w 18"/>
                <a:gd name="T11" fmla="*/ 3 h 7"/>
                <a:gd name="T12" fmla="*/ 12 w 18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" h="7">
                  <a:moveTo>
                    <a:pt x="12" y="0"/>
                  </a:moveTo>
                  <a:cubicBezTo>
                    <a:pt x="9" y="0"/>
                    <a:pt x="0" y="2"/>
                    <a:pt x="0" y="5"/>
                  </a:cubicBezTo>
                  <a:cubicBezTo>
                    <a:pt x="0" y="6"/>
                    <a:pt x="1" y="7"/>
                    <a:pt x="3" y="7"/>
                  </a:cubicBezTo>
                  <a:cubicBezTo>
                    <a:pt x="5" y="7"/>
                    <a:pt x="6" y="7"/>
                    <a:pt x="6" y="4"/>
                  </a:cubicBezTo>
                  <a:cubicBezTo>
                    <a:pt x="7" y="4"/>
                    <a:pt x="9" y="7"/>
                    <a:pt x="11" y="7"/>
                  </a:cubicBezTo>
                  <a:cubicBezTo>
                    <a:pt x="14" y="7"/>
                    <a:pt x="13" y="3"/>
                    <a:pt x="18" y="3"/>
                  </a:cubicBezTo>
                  <a:cubicBezTo>
                    <a:pt x="17" y="2"/>
                    <a:pt x="15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2" name="Freeform 83"/>
            <p:cNvSpPr>
              <a:spLocks/>
            </p:cNvSpPr>
            <p:nvPr/>
          </p:nvSpPr>
          <p:spPr bwMode="auto">
            <a:xfrm>
              <a:off x="5510112" y="1914339"/>
              <a:ext cx="89038" cy="59824"/>
            </a:xfrm>
            <a:custGeom>
              <a:avLst/>
              <a:gdLst>
                <a:gd name="T0" fmla="*/ 21 w 27"/>
                <a:gd name="T1" fmla="*/ 16 h 18"/>
                <a:gd name="T2" fmla="*/ 27 w 27"/>
                <a:gd name="T3" fmla="*/ 15 h 18"/>
                <a:gd name="T4" fmla="*/ 14 w 27"/>
                <a:gd name="T5" fmla="*/ 12 h 18"/>
                <a:gd name="T6" fmla="*/ 25 w 27"/>
                <a:gd name="T7" fmla="*/ 6 h 18"/>
                <a:gd name="T8" fmla="*/ 27 w 27"/>
                <a:gd name="T9" fmla="*/ 3 h 18"/>
                <a:gd name="T10" fmla="*/ 26 w 27"/>
                <a:gd name="T11" fmla="*/ 0 h 18"/>
                <a:gd name="T12" fmla="*/ 22 w 27"/>
                <a:gd name="T13" fmla="*/ 4 h 18"/>
                <a:gd name="T14" fmla="*/ 8 w 27"/>
                <a:gd name="T15" fmla="*/ 8 h 18"/>
                <a:gd name="T16" fmla="*/ 8 w 27"/>
                <a:gd name="T17" fmla="*/ 10 h 18"/>
                <a:gd name="T18" fmla="*/ 3 w 27"/>
                <a:gd name="T19" fmla="*/ 10 h 18"/>
                <a:gd name="T20" fmla="*/ 0 w 27"/>
                <a:gd name="T21" fmla="*/ 13 h 18"/>
                <a:gd name="T22" fmla="*/ 11 w 27"/>
                <a:gd name="T23" fmla="*/ 18 h 18"/>
                <a:gd name="T24" fmla="*/ 21 w 27"/>
                <a:gd name="T2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18">
                  <a:moveTo>
                    <a:pt x="21" y="16"/>
                  </a:moveTo>
                  <a:cubicBezTo>
                    <a:pt x="23" y="16"/>
                    <a:pt x="26" y="16"/>
                    <a:pt x="27" y="15"/>
                  </a:cubicBezTo>
                  <a:cubicBezTo>
                    <a:pt x="22" y="13"/>
                    <a:pt x="21" y="12"/>
                    <a:pt x="14" y="12"/>
                  </a:cubicBezTo>
                  <a:cubicBezTo>
                    <a:pt x="17" y="9"/>
                    <a:pt x="21" y="8"/>
                    <a:pt x="25" y="6"/>
                  </a:cubicBezTo>
                  <a:cubicBezTo>
                    <a:pt x="25" y="5"/>
                    <a:pt x="26" y="3"/>
                    <a:pt x="27" y="3"/>
                  </a:cubicBezTo>
                  <a:cubicBezTo>
                    <a:pt x="27" y="2"/>
                    <a:pt x="27" y="0"/>
                    <a:pt x="26" y="0"/>
                  </a:cubicBezTo>
                  <a:cubicBezTo>
                    <a:pt x="24" y="0"/>
                    <a:pt x="22" y="2"/>
                    <a:pt x="22" y="4"/>
                  </a:cubicBezTo>
                  <a:cubicBezTo>
                    <a:pt x="15" y="4"/>
                    <a:pt x="16" y="8"/>
                    <a:pt x="8" y="8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2" y="14"/>
                    <a:pt x="1" y="12"/>
                    <a:pt x="0" y="13"/>
                  </a:cubicBezTo>
                  <a:cubicBezTo>
                    <a:pt x="1" y="14"/>
                    <a:pt x="10" y="18"/>
                    <a:pt x="11" y="18"/>
                  </a:cubicBezTo>
                  <a:cubicBezTo>
                    <a:pt x="14" y="18"/>
                    <a:pt x="18" y="16"/>
                    <a:pt x="21" y="1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3" name="Freeform 84"/>
            <p:cNvSpPr>
              <a:spLocks/>
            </p:cNvSpPr>
            <p:nvPr/>
          </p:nvSpPr>
          <p:spPr bwMode="auto">
            <a:xfrm>
              <a:off x="4586344" y="2003379"/>
              <a:ext cx="294938" cy="164167"/>
            </a:xfrm>
            <a:custGeom>
              <a:avLst/>
              <a:gdLst>
                <a:gd name="T0" fmla="*/ 6 w 90"/>
                <a:gd name="T1" fmla="*/ 14 h 50"/>
                <a:gd name="T2" fmla="*/ 8 w 90"/>
                <a:gd name="T3" fmla="*/ 15 h 50"/>
                <a:gd name="T4" fmla="*/ 14 w 90"/>
                <a:gd name="T5" fmla="*/ 22 h 50"/>
                <a:gd name="T6" fmla="*/ 12 w 90"/>
                <a:gd name="T7" fmla="*/ 23 h 50"/>
                <a:gd name="T8" fmla="*/ 19 w 90"/>
                <a:gd name="T9" fmla="*/ 26 h 50"/>
                <a:gd name="T10" fmla="*/ 26 w 90"/>
                <a:gd name="T11" fmla="*/ 19 h 50"/>
                <a:gd name="T12" fmla="*/ 28 w 90"/>
                <a:gd name="T13" fmla="*/ 19 h 50"/>
                <a:gd name="T14" fmla="*/ 31 w 90"/>
                <a:gd name="T15" fmla="*/ 23 h 50"/>
                <a:gd name="T16" fmla="*/ 37 w 90"/>
                <a:gd name="T17" fmla="*/ 23 h 50"/>
                <a:gd name="T18" fmla="*/ 26 w 90"/>
                <a:gd name="T19" fmla="*/ 28 h 50"/>
                <a:gd name="T20" fmla="*/ 19 w 90"/>
                <a:gd name="T21" fmla="*/ 30 h 50"/>
                <a:gd name="T22" fmla="*/ 28 w 90"/>
                <a:gd name="T23" fmla="*/ 33 h 50"/>
                <a:gd name="T24" fmla="*/ 38 w 90"/>
                <a:gd name="T25" fmla="*/ 34 h 50"/>
                <a:gd name="T26" fmla="*/ 31 w 90"/>
                <a:gd name="T27" fmla="*/ 36 h 50"/>
                <a:gd name="T28" fmla="*/ 22 w 90"/>
                <a:gd name="T29" fmla="*/ 36 h 50"/>
                <a:gd name="T30" fmla="*/ 40 w 90"/>
                <a:gd name="T31" fmla="*/ 50 h 50"/>
                <a:gd name="T32" fmla="*/ 47 w 90"/>
                <a:gd name="T33" fmla="*/ 38 h 50"/>
                <a:gd name="T34" fmla="*/ 50 w 90"/>
                <a:gd name="T35" fmla="*/ 36 h 50"/>
                <a:gd name="T36" fmla="*/ 62 w 90"/>
                <a:gd name="T37" fmla="*/ 20 h 50"/>
                <a:gd name="T38" fmla="*/ 68 w 90"/>
                <a:gd name="T39" fmla="*/ 23 h 50"/>
                <a:gd name="T40" fmla="*/ 65 w 90"/>
                <a:gd name="T41" fmla="*/ 24 h 50"/>
                <a:gd name="T42" fmla="*/ 69 w 90"/>
                <a:gd name="T43" fmla="*/ 30 h 50"/>
                <a:gd name="T44" fmla="*/ 66 w 90"/>
                <a:gd name="T45" fmla="*/ 36 h 50"/>
                <a:gd name="T46" fmla="*/ 76 w 90"/>
                <a:gd name="T47" fmla="*/ 37 h 50"/>
                <a:gd name="T48" fmla="*/ 76 w 90"/>
                <a:gd name="T49" fmla="*/ 41 h 50"/>
                <a:gd name="T50" fmla="*/ 90 w 90"/>
                <a:gd name="T51" fmla="*/ 34 h 50"/>
                <a:gd name="T52" fmla="*/ 82 w 90"/>
                <a:gd name="T53" fmla="*/ 27 h 50"/>
                <a:gd name="T54" fmla="*/ 74 w 90"/>
                <a:gd name="T55" fmla="*/ 27 h 50"/>
                <a:gd name="T56" fmla="*/ 74 w 90"/>
                <a:gd name="T57" fmla="*/ 23 h 50"/>
                <a:gd name="T58" fmla="*/ 70 w 90"/>
                <a:gd name="T59" fmla="*/ 22 h 50"/>
                <a:gd name="T60" fmla="*/ 73 w 90"/>
                <a:gd name="T61" fmla="*/ 22 h 50"/>
                <a:gd name="T62" fmla="*/ 54 w 90"/>
                <a:gd name="T63" fmla="*/ 12 h 50"/>
                <a:gd name="T64" fmla="*/ 52 w 90"/>
                <a:gd name="T65" fmla="*/ 12 h 50"/>
                <a:gd name="T66" fmla="*/ 49 w 90"/>
                <a:gd name="T67" fmla="*/ 6 h 50"/>
                <a:gd name="T68" fmla="*/ 45 w 90"/>
                <a:gd name="T69" fmla="*/ 9 h 50"/>
                <a:gd name="T70" fmla="*/ 46 w 90"/>
                <a:gd name="T71" fmla="*/ 5 h 50"/>
                <a:gd name="T72" fmla="*/ 37 w 90"/>
                <a:gd name="T73" fmla="*/ 0 h 50"/>
                <a:gd name="T74" fmla="*/ 32 w 90"/>
                <a:gd name="T75" fmla="*/ 4 h 50"/>
                <a:gd name="T76" fmla="*/ 35 w 90"/>
                <a:gd name="T77" fmla="*/ 14 h 50"/>
                <a:gd name="T78" fmla="*/ 25 w 90"/>
                <a:gd name="T79" fmla="*/ 4 h 50"/>
                <a:gd name="T80" fmla="*/ 21 w 90"/>
                <a:gd name="T81" fmla="*/ 7 h 50"/>
                <a:gd name="T82" fmla="*/ 23 w 90"/>
                <a:gd name="T83" fmla="*/ 10 h 50"/>
                <a:gd name="T84" fmla="*/ 17 w 90"/>
                <a:gd name="T85" fmla="*/ 7 h 50"/>
                <a:gd name="T86" fmla="*/ 19 w 90"/>
                <a:gd name="T87" fmla="*/ 4 h 50"/>
                <a:gd name="T88" fmla="*/ 8 w 90"/>
                <a:gd name="T89" fmla="*/ 3 h 50"/>
                <a:gd name="T90" fmla="*/ 0 w 90"/>
                <a:gd name="T91" fmla="*/ 8 h 50"/>
                <a:gd name="T92" fmla="*/ 6 w 90"/>
                <a:gd name="T93" fmla="*/ 1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90" h="50">
                  <a:moveTo>
                    <a:pt x="6" y="14"/>
                  </a:moveTo>
                  <a:cubicBezTo>
                    <a:pt x="6" y="14"/>
                    <a:pt x="7" y="14"/>
                    <a:pt x="8" y="15"/>
                  </a:cubicBezTo>
                  <a:cubicBezTo>
                    <a:pt x="7" y="18"/>
                    <a:pt x="10" y="20"/>
                    <a:pt x="14" y="22"/>
                  </a:cubicBezTo>
                  <a:cubicBezTo>
                    <a:pt x="13" y="22"/>
                    <a:pt x="13" y="22"/>
                    <a:pt x="12" y="23"/>
                  </a:cubicBezTo>
                  <a:cubicBezTo>
                    <a:pt x="13" y="25"/>
                    <a:pt x="16" y="26"/>
                    <a:pt x="19" y="26"/>
                  </a:cubicBezTo>
                  <a:cubicBezTo>
                    <a:pt x="24" y="26"/>
                    <a:pt x="24" y="23"/>
                    <a:pt x="26" y="19"/>
                  </a:cubicBezTo>
                  <a:cubicBezTo>
                    <a:pt x="27" y="19"/>
                    <a:pt x="27" y="19"/>
                    <a:pt x="28" y="19"/>
                  </a:cubicBezTo>
                  <a:cubicBezTo>
                    <a:pt x="29" y="19"/>
                    <a:pt x="31" y="23"/>
                    <a:pt x="31" y="23"/>
                  </a:cubicBezTo>
                  <a:cubicBezTo>
                    <a:pt x="32" y="23"/>
                    <a:pt x="34" y="23"/>
                    <a:pt x="37" y="23"/>
                  </a:cubicBezTo>
                  <a:cubicBezTo>
                    <a:pt x="35" y="23"/>
                    <a:pt x="29" y="27"/>
                    <a:pt x="26" y="28"/>
                  </a:cubicBezTo>
                  <a:cubicBezTo>
                    <a:pt x="25" y="28"/>
                    <a:pt x="19" y="28"/>
                    <a:pt x="19" y="30"/>
                  </a:cubicBezTo>
                  <a:cubicBezTo>
                    <a:pt x="19" y="36"/>
                    <a:pt x="25" y="33"/>
                    <a:pt x="28" y="33"/>
                  </a:cubicBezTo>
                  <a:cubicBezTo>
                    <a:pt x="30" y="33"/>
                    <a:pt x="37" y="33"/>
                    <a:pt x="38" y="34"/>
                  </a:cubicBezTo>
                  <a:cubicBezTo>
                    <a:pt x="35" y="35"/>
                    <a:pt x="33" y="34"/>
                    <a:pt x="31" y="36"/>
                  </a:cubicBezTo>
                  <a:cubicBezTo>
                    <a:pt x="31" y="36"/>
                    <a:pt x="25" y="35"/>
                    <a:pt x="22" y="36"/>
                  </a:cubicBezTo>
                  <a:cubicBezTo>
                    <a:pt x="22" y="44"/>
                    <a:pt x="35" y="46"/>
                    <a:pt x="40" y="50"/>
                  </a:cubicBezTo>
                  <a:cubicBezTo>
                    <a:pt x="43" y="47"/>
                    <a:pt x="43" y="41"/>
                    <a:pt x="47" y="38"/>
                  </a:cubicBezTo>
                  <a:cubicBezTo>
                    <a:pt x="48" y="37"/>
                    <a:pt x="49" y="37"/>
                    <a:pt x="50" y="36"/>
                  </a:cubicBezTo>
                  <a:cubicBezTo>
                    <a:pt x="52" y="30"/>
                    <a:pt x="55" y="20"/>
                    <a:pt x="62" y="20"/>
                  </a:cubicBezTo>
                  <a:cubicBezTo>
                    <a:pt x="62" y="20"/>
                    <a:pt x="64" y="23"/>
                    <a:pt x="68" y="23"/>
                  </a:cubicBezTo>
                  <a:cubicBezTo>
                    <a:pt x="67" y="23"/>
                    <a:pt x="66" y="24"/>
                    <a:pt x="65" y="24"/>
                  </a:cubicBezTo>
                  <a:cubicBezTo>
                    <a:pt x="66" y="26"/>
                    <a:pt x="68" y="30"/>
                    <a:pt x="69" y="30"/>
                  </a:cubicBezTo>
                  <a:cubicBezTo>
                    <a:pt x="69" y="34"/>
                    <a:pt x="66" y="32"/>
                    <a:pt x="66" y="36"/>
                  </a:cubicBezTo>
                  <a:cubicBezTo>
                    <a:pt x="69" y="37"/>
                    <a:pt x="73" y="36"/>
                    <a:pt x="76" y="37"/>
                  </a:cubicBezTo>
                  <a:cubicBezTo>
                    <a:pt x="76" y="38"/>
                    <a:pt x="76" y="39"/>
                    <a:pt x="76" y="41"/>
                  </a:cubicBezTo>
                  <a:cubicBezTo>
                    <a:pt x="82" y="39"/>
                    <a:pt x="84" y="36"/>
                    <a:pt x="90" y="34"/>
                  </a:cubicBezTo>
                  <a:cubicBezTo>
                    <a:pt x="88" y="31"/>
                    <a:pt x="82" y="31"/>
                    <a:pt x="82" y="27"/>
                  </a:cubicBezTo>
                  <a:cubicBezTo>
                    <a:pt x="79" y="27"/>
                    <a:pt x="78" y="27"/>
                    <a:pt x="74" y="27"/>
                  </a:cubicBezTo>
                  <a:cubicBezTo>
                    <a:pt x="75" y="23"/>
                    <a:pt x="75" y="24"/>
                    <a:pt x="74" y="23"/>
                  </a:cubicBezTo>
                  <a:cubicBezTo>
                    <a:pt x="73" y="23"/>
                    <a:pt x="72" y="23"/>
                    <a:pt x="70" y="22"/>
                  </a:cubicBezTo>
                  <a:cubicBezTo>
                    <a:pt x="71" y="22"/>
                    <a:pt x="72" y="22"/>
                    <a:pt x="73" y="22"/>
                  </a:cubicBezTo>
                  <a:cubicBezTo>
                    <a:pt x="70" y="19"/>
                    <a:pt x="58" y="12"/>
                    <a:pt x="54" y="12"/>
                  </a:cubicBezTo>
                  <a:cubicBezTo>
                    <a:pt x="54" y="12"/>
                    <a:pt x="53" y="12"/>
                    <a:pt x="52" y="12"/>
                  </a:cubicBezTo>
                  <a:cubicBezTo>
                    <a:pt x="53" y="10"/>
                    <a:pt x="53" y="6"/>
                    <a:pt x="49" y="6"/>
                  </a:cubicBezTo>
                  <a:cubicBezTo>
                    <a:pt x="48" y="6"/>
                    <a:pt x="47" y="8"/>
                    <a:pt x="45" y="9"/>
                  </a:cubicBezTo>
                  <a:cubicBezTo>
                    <a:pt x="45" y="8"/>
                    <a:pt x="46" y="6"/>
                    <a:pt x="46" y="5"/>
                  </a:cubicBezTo>
                  <a:cubicBezTo>
                    <a:pt x="46" y="2"/>
                    <a:pt x="40" y="0"/>
                    <a:pt x="37" y="0"/>
                  </a:cubicBezTo>
                  <a:cubicBezTo>
                    <a:pt x="34" y="0"/>
                    <a:pt x="32" y="0"/>
                    <a:pt x="32" y="4"/>
                  </a:cubicBezTo>
                  <a:cubicBezTo>
                    <a:pt x="32" y="8"/>
                    <a:pt x="34" y="10"/>
                    <a:pt x="35" y="14"/>
                  </a:cubicBezTo>
                  <a:cubicBezTo>
                    <a:pt x="30" y="12"/>
                    <a:pt x="31" y="4"/>
                    <a:pt x="25" y="4"/>
                  </a:cubicBezTo>
                  <a:cubicBezTo>
                    <a:pt x="23" y="4"/>
                    <a:pt x="21" y="5"/>
                    <a:pt x="21" y="7"/>
                  </a:cubicBezTo>
                  <a:cubicBezTo>
                    <a:pt x="21" y="9"/>
                    <a:pt x="22" y="10"/>
                    <a:pt x="23" y="10"/>
                  </a:cubicBezTo>
                  <a:cubicBezTo>
                    <a:pt x="21" y="9"/>
                    <a:pt x="19" y="9"/>
                    <a:pt x="17" y="7"/>
                  </a:cubicBezTo>
                  <a:cubicBezTo>
                    <a:pt x="17" y="6"/>
                    <a:pt x="18" y="5"/>
                    <a:pt x="19" y="4"/>
                  </a:cubicBezTo>
                  <a:cubicBezTo>
                    <a:pt x="14" y="3"/>
                    <a:pt x="12" y="3"/>
                    <a:pt x="8" y="3"/>
                  </a:cubicBezTo>
                  <a:cubicBezTo>
                    <a:pt x="6" y="3"/>
                    <a:pt x="1" y="7"/>
                    <a:pt x="0" y="8"/>
                  </a:cubicBezTo>
                  <a:cubicBezTo>
                    <a:pt x="2" y="10"/>
                    <a:pt x="4" y="14"/>
                    <a:pt x="6" y="1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4" name="Freeform 85"/>
            <p:cNvSpPr>
              <a:spLocks/>
            </p:cNvSpPr>
            <p:nvPr/>
          </p:nvSpPr>
          <p:spPr bwMode="auto">
            <a:xfrm>
              <a:off x="4740769" y="1974162"/>
              <a:ext cx="193379" cy="75127"/>
            </a:xfrm>
            <a:custGeom>
              <a:avLst/>
              <a:gdLst>
                <a:gd name="T0" fmla="*/ 4 w 59"/>
                <a:gd name="T1" fmla="*/ 10 h 23"/>
                <a:gd name="T2" fmla="*/ 12 w 59"/>
                <a:gd name="T3" fmla="*/ 13 h 23"/>
                <a:gd name="T4" fmla="*/ 22 w 59"/>
                <a:gd name="T5" fmla="*/ 14 h 23"/>
                <a:gd name="T6" fmla="*/ 17 w 59"/>
                <a:gd name="T7" fmla="*/ 15 h 23"/>
                <a:gd name="T8" fmla="*/ 12 w 59"/>
                <a:gd name="T9" fmla="*/ 16 h 23"/>
                <a:gd name="T10" fmla="*/ 15 w 59"/>
                <a:gd name="T11" fmla="*/ 20 h 23"/>
                <a:gd name="T12" fmla="*/ 28 w 59"/>
                <a:gd name="T13" fmla="*/ 20 h 23"/>
                <a:gd name="T14" fmla="*/ 36 w 59"/>
                <a:gd name="T15" fmla="*/ 23 h 23"/>
                <a:gd name="T16" fmla="*/ 59 w 59"/>
                <a:gd name="T17" fmla="*/ 11 h 23"/>
                <a:gd name="T18" fmla="*/ 49 w 59"/>
                <a:gd name="T19" fmla="*/ 4 h 23"/>
                <a:gd name="T20" fmla="*/ 41 w 59"/>
                <a:gd name="T21" fmla="*/ 4 h 23"/>
                <a:gd name="T22" fmla="*/ 35 w 59"/>
                <a:gd name="T23" fmla="*/ 6 h 23"/>
                <a:gd name="T24" fmla="*/ 35 w 59"/>
                <a:gd name="T25" fmla="*/ 0 h 23"/>
                <a:gd name="T26" fmla="*/ 32 w 59"/>
                <a:gd name="T27" fmla="*/ 0 h 23"/>
                <a:gd name="T28" fmla="*/ 26 w 59"/>
                <a:gd name="T29" fmla="*/ 7 h 23"/>
                <a:gd name="T30" fmla="*/ 17 w 59"/>
                <a:gd name="T31" fmla="*/ 4 h 23"/>
                <a:gd name="T32" fmla="*/ 12 w 59"/>
                <a:gd name="T33" fmla="*/ 4 h 23"/>
                <a:gd name="T34" fmla="*/ 11 w 59"/>
                <a:gd name="T35" fmla="*/ 4 h 23"/>
                <a:gd name="T36" fmla="*/ 10 w 59"/>
                <a:gd name="T37" fmla="*/ 4 h 23"/>
                <a:gd name="T38" fmla="*/ 10 w 59"/>
                <a:gd name="T39" fmla="*/ 6 h 23"/>
                <a:gd name="T40" fmla="*/ 4 w 59"/>
                <a:gd name="T41" fmla="*/ 4 h 23"/>
                <a:gd name="T42" fmla="*/ 0 w 59"/>
                <a:gd name="T43" fmla="*/ 4 h 23"/>
                <a:gd name="T44" fmla="*/ 4 w 59"/>
                <a:gd name="T45" fmla="*/ 1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" h="23">
                  <a:moveTo>
                    <a:pt x="4" y="10"/>
                  </a:moveTo>
                  <a:cubicBezTo>
                    <a:pt x="3" y="15"/>
                    <a:pt x="8" y="13"/>
                    <a:pt x="12" y="13"/>
                  </a:cubicBezTo>
                  <a:cubicBezTo>
                    <a:pt x="12" y="13"/>
                    <a:pt x="21" y="14"/>
                    <a:pt x="22" y="14"/>
                  </a:cubicBezTo>
                  <a:cubicBezTo>
                    <a:pt x="21" y="14"/>
                    <a:pt x="19" y="14"/>
                    <a:pt x="17" y="15"/>
                  </a:cubicBezTo>
                  <a:cubicBezTo>
                    <a:pt x="16" y="15"/>
                    <a:pt x="14" y="15"/>
                    <a:pt x="12" y="16"/>
                  </a:cubicBezTo>
                  <a:cubicBezTo>
                    <a:pt x="12" y="18"/>
                    <a:pt x="13" y="20"/>
                    <a:pt x="15" y="20"/>
                  </a:cubicBezTo>
                  <a:cubicBezTo>
                    <a:pt x="28" y="20"/>
                    <a:pt x="28" y="20"/>
                    <a:pt x="28" y="20"/>
                  </a:cubicBezTo>
                  <a:cubicBezTo>
                    <a:pt x="29" y="20"/>
                    <a:pt x="32" y="23"/>
                    <a:pt x="36" y="23"/>
                  </a:cubicBezTo>
                  <a:cubicBezTo>
                    <a:pt x="42" y="23"/>
                    <a:pt x="54" y="15"/>
                    <a:pt x="59" y="11"/>
                  </a:cubicBezTo>
                  <a:cubicBezTo>
                    <a:pt x="58" y="8"/>
                    <a:pt x="53" y="4"/>
                    <a:pt x="49" y="4"/>
                  </a:cubicBezTo>
                  <a:cubicBezTo>
                    <a:pt x="46" y="4"/>
                    <a:pt x="47" y="4"/>
                    <a:pt x="41" y="4"/>
                  </a:cubicBezTo>
                  <a:cubicBezTo>
                    <a:pt x="38" y="4"/>
                    <a:pt x="37" y="6"/>
                    <a:pt x="35" y="6"/>
                  </a:cubicBezTo>
                  <a:cubicBezTo>
                    <a:pt x="34" y="4"/>
                    <a:pt x="35" y="4"/>
                    <a:pt x="3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1" y="4"/>
                    <a:pt x="29" y="7"/>
                    <a:pt x="26" y="7"/>
                  </a:cubicBezTo>
                  <a:cubicBezTo>
                    <a:pt x="25" y="7"/>
                    <a:pt x="19" y="4"/>
                    <a:pt x="17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6" y="6"/>
                    <a:pt x="5" y="8"/>
                    <a:pt x="4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8"/>
                    <a:pt x="2" y="9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5" name="Freeform 86"/>
            <p:cNvSpPr>
              <a:spLocks/>
            </p:cNvSpPr>
            <p:nvPr/>
          </p:nvSpPr>
          <p:spPr bwMode="auto">
            <a:xfrm>
              <a:off x="4586344" y="205902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6" name="Freeform 87"/>
            <p:cNvSpPr>
              <a:spLocks/>
            </p:cNvSpPr>
            <p:nvPr/>
          </p:nvSpPr>
          <p:spPr bwMode="auto">
            <a:xfrm>
              <a:off x="4586344" y="2059029"/>
              <a:ext cx="2782" cy="0"/>
            </a:xfrm>
            <a:custGeom>
              <a:avLst/>
              <a:gdLst>
                <a:gd name="T0" fmla="*/ 1 w 1"/>
                <a:gd name="T1" fmla="*/ 0 w 1"/>
                <a:gd name="T2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7" name="Freeform 88"/>
            <p:cNvSpPr>
              <a:spLocks/>
            </p:cNvSpPr>
            <p:nvPr/>
          </p:nvSpPr>
          <p:spPr bwMode="auto">
            <a:xfrm>
              <a:off x="4575214" y="2059029"/>
              <a:ext cx="36172" cy="30607"/>
            </a:xfrm>
            <a:custGeom>
              <a:avLst/>
              <a:gdLst>
                <a:gd name="T0" fmla="*/ 11 w 11"/>
                <a:gd name="T1" fmla="*/ 9 h 9"/>
                <a:gd name="T2" fmla="*/ 3 w 11"/>
                <a:gd name="T3" fmla="*/ 0 h 9"/>
                <a:gd name="T4" fmla="*/ 11 w 11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9">
                  <a:moveTo>
                    <a:pt x="11" y="9"/>
                  </a:moveTo>
                  <a:cubicBezTo>
                    <a:pt x="9" y="4"/>
                    <a:pt x="6" y="3"/>
                    <a:pt x="3" y="0"/>
                  </a:cubicBezTo>
                  <a:cubicBezTo>
                    <a:pt x="0" y="2"/>
                    <a:pt x="6" y="8"/>
                    <a:pt x="11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8" name="Freeform 89"/>
            <p:cNvSpPr>
              <a:spLocks/>
            </p:cNvSpPr>
            <p:nvPr/>
          </p:nvSpPr>
          <p:spPr bwMode="auto">
            <a:xfrm>
              <a:off x="4150893" y="2935516"/>
              <a:ext cx="95994" cy="108517"/>
            </a:xfrm>
            <a:custGeom>
              <a:avLst/>
              <a:gdLst>
                <a:gd name="T0" fmla="*/ 0 w 29"/>
                <a:gd name="T1" fmla="*/ 28 h 33"/>
                <a:gd name="T2" fmla="*/ 6 w 29"/>
                <a:gd name="T3" fmla="*/ 33 h 33"/>
                <a:gd name="T4" fmla="*/ 10 w 29"/>
                <a:gd name="T5" fmla="*/ 33 h 33"/>
                <a:gd name="T6" fmla="*/ 18 w 29"/>
                <a:gd name="T7" fmla="*/ 28 h 33"/>
                <a:gd name="T8" fmla="*/ 25 w 29"/>
                <a:gd name="T9" fmla="*/ 26 h 33"/>
                <a:gd name="T10" fmla="*/ 25 w 29"/>
                <a:gd name="T11" fmla="*/ 20 h 33"/>
                <a:gd name="T12" fmla="*/ 25 w 29"/>
                <a:gd name="T13" fmla="*/ 12 h 33"/>
                <a:gd name="T14" fmla="*/ 29 w 29"/>
                <a:gd name="T15" fmla="*/ 9 h 33"/>
                <a:gd name="T16" fmla="*/ 21 w 29"/>
                <a:gd name="T17" fmla="*/ 0 h 33"/>
                <a:gd name="T18" fmla="*/ 17 w 29"/>
                <a:gd name="T19" fmla="*/ 0 h 33"/>
                <a:gd name="T20" fmla="*/ 10 w 29"/>
                <a:gd name="T21" fmla="*/ 4 h 33"/>
                <a:gd name="T22" fmla="*/ 12 w 29"/>
                <a:gd name="T23" fmla="*/ 7 h 33"/>
                <a:gd name="T24" fmla="*/ 5 w 29"/>
                <a:gd name="T25" fmla="*/ 9 h 33"/>
                <a:gd name="T26" fmla="*/ 3 w 29"/>
                <a:gd name="T27" fmla="*/ 12 h 33"/>
                <a:gd name="T28" fmla="*/ 7 w 29"/>
                <a:gd name="T29" fmla="*/ 17 h 33"/>
                <a:gd name="T30" fmla="*/ 0 w 29"/>
                <a:gd name="T31" fmla="*/ 2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33">
                  <a:moveTo>
                    <a:pt x="0" y="28"/>
                  </a:moveTo>
                  <a:cubicBezTo>
                    <a:pt x="0" y="31"/>
                    <a:pt x="3" y="33"/>
                    <a:pt x="6" y="33"/>
                  </a:cubicBezTo>
                  <a:cubicBezTo>
                    <a:pt x="7" y="33"/>
                    <a:pt x="9" y="33"/>
                    <a:pt x="10" y="33"/>
                  </a:cubicBezTo>
                  <a:cubicBezTo>
                    <a:pt x="12" y="31"/>
                    <a:pt x="15" y="28"/>
                    <a:pt x="18" y="28"/>
                  </a:cubicBezTo>
                  <a:cubicBezTo>
                    <a:pt x="21" y="28"/>
                    <a:pt x="23" y="28"/>
                    <a:pt x="25" y="26"/>
                  </a:cubicBezTo>
                  <a:cubicBezTo>
                    <a:pt x="26" y="25"/>
                    <a:pt x="25" y="22"/>
                    <a:pt x="25" y="20"/>
                  </a:cubicBezTo>
                  <a:cubicBezTo>
                    <a:pt x="25" y="20"/>
                    <a:pt x="25" y="14"/>
                    <a:pt x="25" y="12"/>
                  </a:cubicBezTo>
                  <a:cubicBezTo>
                    <a:pt x="25" y="11"/>
                    <a:pt x="29" y="11"/>
                    <a:pt x="29" y="9"/>
                  </a:cubicBezTo>
                  <a:cubicBezTo>
                    <a:pt x="29" y="5"/>
                    <a:pt x="26" y="0"/>
                    <a:pt x="21" y="0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5" y="0"/>
                    <a:pt x="10" y="3"/>
                    <a:pt x="10" y="4"/>
                  </a:cubicBezTo>
                  <a:cubicBezTo>
                    <a:pt x="10" y="5"/>
                    <a:pt x="11" y="6"/>
                    <a:pt x="12" y="7"/>
                  </a:cubicBezTo>
                  <a:cubicBezTo>
                    <a:pt x="10" y="8"/>
                    <a:pt x="6" y="9"/>
                    <a:pt x="5" y="9"/>
                  </a:cubicBezTo>
                  <a:cubicBezTo>
                    <a:pt x="4" y="9"/>
                    <a:pt x="3" y="9"/>
                    <a:pt x="3" y="12"/>
                  </a:cubicBezTo>
                  <a:cubicBezTo>
                    <a:pt x="3" y="14"/>
                    <a:pt x="5" y="16"/>
                    <a:pt x="7" y="17"/>
                  </a:cubicBezTo>
                  <a:cubicBezTo>
                    <a:pt x="6" y="22"/>
                    <a:pt x="0" y="23"/>
                    <a:pt x="0" y="2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19" name="Freeform 90"/>
            <p:cNvSpPr>
              <a:spLocks/>
            </p:cNvSpPr>
            <p:nvPr/>
          </p:nvSpPr>
          <p:spPr bwMode="auto">
            <a:xfrm>
              <a:off x="4213497" y="2840911"/>
              <a:ext cx="19477" cy="15304"/>
            </a:xfrm>
            <a:custGeom>
              <a:avLst/>
              <a:gdLst>
                <a:gd name="T0" fmla="*/ 2 w 6"/>
                <a:gd name="T1" fmla="*/ 5 h 5"/>
                <a:gd name="T2" fmla="*/ 6 w 6"/>
                <a:gd name="T3" fmla="*/ 0 h 5"/>
                <a:gd name="T4" fmla="*/ 0 w 6"/>
                <a:gd name="T5" fmla="*/ 2 h 5"/>
                <a:gd name="T6" fmla="*/ 2 w 6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4" y="5"/>
                    <a:pt x="6" y="2"/>
                    <a:pt x="6" y="0"/>
                  </a:cubicBezTo>
                  <a:cubicBezTo>
                    <a:pt x="4" y="0"/>
                    <a:pt x="0" y="1"/>
                    <a:pt x="0" y="2"/>
                  </a:cubicBezTo>
                  <a:cubicBezTo>
                    <a:pt x="0" y="3"/>
                    <a:pt x="1" y="5"/>
                    <a:pt x="2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0" name="Freeform 91"/>
            <p:cNvSpPr>
              <a:spLocks/>
            </p:cNvSpPr>
            <p:nvPr/>
          </p:nvSpPr>
          <p:spPr bwMode="auto">
            <a:xfrm>
              <a:off x="4246887" y="3080206"/>
              <a:ext cx="2782" cy="4174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w 1"/>
                <a:gd name="T5" fmla="*/ 0 h 1"/>
                <a:gd name="T6" fmla="*/ 0 w 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1" name="Freeform 92"/>
            <p:cNvSpPr>
              <a:spLocks noEditPoints="1"/>
            </p:cNvSpPr>
            <p:nvPr/>
          </p:nvSpPr>
          <p:spPr bwMode="auto">
            <a:xfrm>
              <a:off x="4227410" y="2829781"/>
              <a:ext cx="173902" cy="250425"/>
            </a:xfrm>
            <a:custGeom>
              <a:avLst/>
              <a:gdLst>
                <a:gd name="T0" fmla="*/ 6 w 53"/>
                <a:gd name="T1" fmla="*/ 16 h 76"/>
                <a:gd name="T2" fmla="*/ 6 w 53"/>
                <a:gd name="T3" fmla="*/ 21 h 76"/>
                <a:gd name="T4" fmla="*/ 6 w 53"/>
                <a:gd name="T5" fmla="*/ 25 h 76"/>
                <a:gd name="T6" fmla="*/ 8 w 53"/>
                <a:gd name="T7" fmla="*/ 28 h 76"/>
                <a:gd name="T8" fmla="*/ 12 w 53"/>
                <a:gd name="T9" fmla="*/ 26 h 76"/>
                <a:gd name="T10" fmla="*/ 9 w 53"/>
                <a:gd name="T11" fmla="*/ 35 h 76"/>
                <a:gd name="T12" fmla="*/ 18 w 53"/>
                <a:gd name="T13" fmla="*/ 36 h 76"/>
                <a:gd name="T14" fmla="*/ 20 w 53"/>
                <a:gd name="T15" fmla="*/ 39 h 76"/>
                <a:gd name="T16" fmla="*/ 26 w 53"/>
                <a:gd name="T17" fmla="*/ 45 h 76"/>
                <a:gd name="T18" fmla="*/ 16 w 53"/>
                <a:gd name="T19" fmla="*/ 56 h 76"/>
                <a:gd name="T20" fmla="*/ 11 w 53"/>
                <a:gd name="T21" fmla="*/ 64 h 76"/>
                <a:gd name="T22" fmla="*/ 19 w 53"/>
                <a:gd name="T23" fmla="*/ 66 h 76"/>
                <a:gd name="T24" fmla="*/ 24 w 53"/>
                <a:gd name="T25" fmla="*/ 65 h 76"/>
                <a:gd name="T26" fmla="*/ 7 w 53"/>
                <a:gd name="T27" fmla="*/ 76 h 76"/>
                <a:gd name="T28" fmla="*/ 13 w 53"/>
                <a:gd name="T29" fmla="*/ 76 h 76"/>
                <a:gd name="T30" fmla="*/ 20 w 53"/>
                <a:gd name="T31" fmla="*/ 72 h 76"/>
                <a:gd name="T32" fmla="*/ 35 w 53"/>
                <a:gd name="T33" fmla="*/ 72 h 76"/>
                <a:gd name="T34" fmla="*/ 50 w 53"/>
                <a:gd name="T35" fmla="*/ 68 h 76"/>
                <a:gd name="T36" fmla="*/ 46 w 53"/>
                <a:gd name="T37" fmla="*/ 66 h 76"/>
                <a:gd name="T38" fmla="*/ 49 w 53"/>
                <a:gd name="T39" fmla="*/ 52 h 76"/>
                <a:gd name="T40" fmla="*/ 46 w 53"/>
                <a:gd name="T41" fmla="*/ 52 h 76"/>
                <a:gd name="T42" fmla="*/ 43 w 53"/>
                <a:gd name="T43" fmla="*/ 46 h 76"/>
                <a:gd name="T44" fmla="*/ 27 w 53"/>
                <a:gd name="T45" fmla="*/ 26 h 76"/>
                <a:gd name="T46" fmla="*/ 24 w 53"/>
                <a:gd name="T47" fmla="*/ 23 h 76"/>
                <a:gd name="T48" fmla="*/ 16 w 53"/>
                <a:gd name="T49" fmla="*/ 8 h 76"/>
                <a:gd name="T50" fmla="*/ 21 w 53"/>
                <a:gd name="T51" fmla="*/ 2 h 76"/>
                <a:gd name="T52" fmla="*/ 12 w 53"/>
                <a:gd name="T53" fmla="*/ 0 h 76"/>
                <a:gd name="T54" fmla="*/ 8 w 53"/>
                <a:gd name="T55" fmla="*/ 7 h 76"/>
                <a:gd name="T56" fmla="*/ 6 w 53"/>
                <a:gd name="T57" fmla="*/ 11 h 76"/>
                <a:gd name="T58" fmla="*/ 3 w 53"/>
                <a:gd name="T59" fmla="*/ 12 h 76"/>
                <a:gd name="T60" fmla="*/ 6 w 53"/>
                <a:gd name="T61" fmla="*/ 15 h 76"/>
                <a:gd name="T62" fmla="*/ 48 w 53"/>
                <a:gd name="T63" fmla="*/ 52 h 76"/>
                <a:gd name="T64" fmla="*/ 46 w 53"/>
                <a:gd name="T65" fmla="*/ 53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3" h="76">
                  <a:moveTo>
                    <a:pt x="6" y="15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17"/>
                    <a:pt x="3" y="18"/>
                    <a:pt x="3" y="19"/>
                  </a:cubicBezTo>
                  <a:cubicBezTo>
                    <a:pt x="3" y="20"/>
                    <a:pt x="6" y="21"/>
                    <a:pt x="6" y="21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6"/>
                    <a:pt x="6" y="28"/>
                    <a:pt x="6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7"/>
                    <a:pt x="8" y="25"/>
                  </a:cubicBezTo>
                  <a:cubicBezTo>
                    <a:pt x="8" y="25"/>
                    <a:pt x="10" y="26"/>
                    <a:pt x="12" y="26"/>
                  </a:cubicBezTo>
                  <a:cubicBezTo>
                    <a:pt x="11" y="28"/>
                    <a:pt x="12" y="28"/>
                    <a:pt x="12" y="30"/>
                  </a:cubicBezTo>
                  <a:cubicBezTo>
                    <a:pt x="12" y="32"/>
                    <a:pt x="9" y="33"/>
                    <a:pt x="9" y="35"/>
                  </a:cubicBezTo>
                  <a:cubicBezTo>
                    <a:pt x="9" y="37"/>
                    <a:pt x="11" y="37"/>
                    <a:pt x="13" y="37"/>
                  </a:cubicBezTo>
                  <a:cubicBezTo>
                    <a:pt x="15" y="37"/>
                    <a:pt x="16" y="36"/>
                    <a:pt x="18" y="36"/>
                  </a:cubicBezTo>
                  <a:cubicBezTo>
                    <a:pt x="19" y="36"/>
                    <a:pt x="20" y="36"/>
                    <a:pt x="20" y="36"/>
                  </a:cubicBezTo>
                  <a:cubicBezTo>
                    <a:pt x="20" y="37"/>
                    <a:pt x="20" y="38"/>
                    <a:pt x="20" y="39"/>
                  </a:cubicBezTo>
                  <a:cubicBezTo>
                    <a:pt x="20" y="42"/>
                    <a:pt x="22" y="42"/>
                    <a:pt x="26" y="42"/>
                  </a:cubicBezTo>
                  <a:cubicBezTo>
                    <a:pt x="26" y="45"/>
                    <a:pt x="26" y="45"/>
                    <a:pt x="26" y="45"/>
                  </a:cubicBezTo>
                  <a:cubicBezTo>
                    <a:pt x="22" y="48"/>
                    <a:pt x="19" y="50"/>
                    <a:pt x="15" y="50"/>
                  </a:cubicBezTo>
                  <a:cubicBezTo>
                    <a:pt x="15" y="52"/>
                    <a:pt x="16" y="53"/>
                    <a:pt x="16" y="56"/>
                  </a:cubicBezTo>
                  <a:cubicBezTo>
                    <a:pt x="16" y="60"/>
                    <a:pt x="10" y="60"/>
                    <a:pt x="10" y="63"/>
                  </a:cubicBezTo>
                  <a:cubicBezTo>
                    <a:pt x="10" y="64"/>
                    <a:pt x="10" y="64"/>
                    <a:pt x="11" y="64"/>
                  </a:cubicBezTo>
                  <a:cubicBezTo>
                    <a:pt x="12" y="64"/>
                    <a:pt x="11" y="63"/>
                    <a:pt x="13" y="63"/>
                  </a:cubicBezTo>
                  <a:cubicBezTo>
                    <a:pt x="15" y="63"/>
                    <a:pt x="16" y="66"/>
                    <a:pt x="19" y="66"/>
                  </a:cubicBezTo>
                  <a:cubicBezTo>
                    <a:pt x="21" y="66"/>
                    <a:pt x="22" y="65"/>
                    <a:pt x="23" y="64"/>
                  </a:cubicBezTo>
                  <a:cubicBezTo>
                    <a:pt x="23" y="64"/>
                    <a:pt x="24" y="65"/>
                    <a:pt x="24" y="65"/>
                  </a:cubicBezTo>
                  <a:cubicBezTo>
                    <a:pt x="24" y="68"/>
                    <a:pt x="18" y="67"/>
                    <a:pt x="15" y="68"/>
                  </a:cubicBezTo>
                  <a:cubicBezTo>
                    <a:pt x="14" y="68"/>
                    <a:pt x="11" y="74"/>
                    <a:pt x="7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6"/>
                    <a:pt x="11" y="76"/>
                    <a:pt x="13" y="76"/>
                  </a:cubicBezTo>
                  <a:cubicBezTo>
                    <a:pt x="16" y="76"/>
                    <a:pt x="16" y="76"/>
                    <a:pt x="16" y="76"/>
                  </a:cubicBezTo>
                  <a:cubicBezTo>
                    <a:pt x="16" y="76"/>
                    <a:pt x="17" y="72"/>
                    <a:pt x="20" y="72"/>
                  </a:cubicBezTo>
                  <a:cubicBezTo>
                    <a:pt x="21" y="72"/>
                    <a:pt x="22" y="74"/>
                    <a:pt x="24" y="74"/>
                  </a:cubicBezTo>
                  <a:cubicBezTo>
                    <a:pt x="27" y="74"/>
                    <a:pt x="33" y="72"/>
                    <a:pt x="35" y="72"/>
                  </a:cubicBezTo>
                  <a:cubicBezTo>
                    <a:pt x="37" y="72"/>
                    <a:pt x="42" y="72"/>
                    <a:pt x="44" y="72"/>
                  </a:cubicBezTo>
                  <a:cubicBezTo>
                    <a:pt x="47" y="72"/>
                    <a:pt x="50" y="70"/>
                    <a:pt x="50" y="68"/>
                  </a:cubicBezTo>
                  <a:cubicBezTo>
                    <a:pt x="50" y="67"/>
                    <a:pt x="50" y="67"/>
                    <a:pt x="50" y="67"/>
                  </a:cubicBezTo>
                  <a:cubicBezTo>
                    <a:pt x="50" y="67"/>
                    <a:pt x="48" y="66"/>
                    <a:pt x="46" y="66"/>
                  </a:cubicBezTo>
                  <a:cubicBezTo>
                    <a:pt x="48" y="63"/>
                    <a:pt x="53" y="61"/>
                    <a:pt x="53" y="57"/>
                  </a:cubicBezTo>
                  <a:cubicBezTo>
                    <a:pt x="53" y="54"/>
                    <a:pt x="51" y="52"/>
                    <a:pt x="49" y="52"/>
                  </a:cubicBezTo>
                  <a:cubicBezTo>
                    <a:pt x="47" y="52"/>
                    <a:pt x="47" y="52"/>
                    <a:pt x="46" y="53"/>
                  </a:cubicBezTo>
                  <a:cubicBezTo>
                    <a:pt x="46" y="52"/>
                    <a:pt x="46" y="52"/>
                    <a:pt x="46" y="52"/>
                  </a:cubicBezTo>
                  <a:cubicBezTo>
                    <a:pt x="46" y="52"/>
                    <a:pt x="46" y="51"/>
                    <a:pt x="46" y="51"/>
                  </a:cubicBezTo>
                  <a:cubicBezTo>
                    <a:pt x="46" y="49"/>
                    <a:pt x="43" y="48"/>
                    <a:pt x="43" y="46"/>
                  </a:cubicBezTo>
                  <a:cubicBezTo>
                    <a:pt x="43" y="41"/>
                    <a:pt x="37" y="39"/>
                    <a:pt x="34" y="35"/>
                  </a:cubicBezTo>
                  <a:cubicBezTo>
                    <a:pt x="31" y="33"/>
                    <a:pt x="31" y="27"/>
                    <a:pt x="27" y="26"/>
                  </a:cubicBezTo>
                  <a:cubicBezTo>
                    <a:pt x="25" y="25"/>
                    <a:pt x="24" y="26"/>
                    <a:pt x="22" y="26"/>
                  </a:cubicBezTo>
                  <a:cubicBezTo>
                    <a:pt x="22" y="25"/>
                    <a:pt x="23" y="23"/>
                    <a:pt x="24" y="23"/>
                  </a:cubicBezTo>
                  <a:cubicBezTo>
                    <a:pt x="24" y="18"/>
                    <a:pt x="31" y="16"/>
                    <a:pt x="30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7"/>
                  </a:cubicBezTo>
                  <a:cubicBezTo>
                    <a:pt x="16" y="4"/>
                    <a:pt x="21" y="5"/>
                    <a:pt x="21" y="2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7" y="0"/>
                    <a:pt x="15" y="0"/>
                    <a:pt x="12" y="0"/>
                  </a:cubicBezTo>
                  <a:cubicBezTo>
                    <a:pt x="11" y="0"/>
                    <a:pt x="9" y="2"/>
                    <a:pt x="9" y="3"/>
                  </a:cubicBezTo>
                  <a:cubicBezTo>
                    <a:pt x="9" y="4"/>
                    <a:pt x="8" y="5"/>
                    <a:pt x="8" y="7"/>
                  </a:cubicBezTo>
                  <a:cubicBezTo>
                    <a:pt x="6" y="7"/>
                    <a:pt x="5" y="8"/>
                    <a:pt x="5" y="10"/>
                  </a:cubicBezTo>
                  <a:cubicBezTo>
                    <a:pt x="5" y="10"/>
                    <a:pt x="5" y="11"/>
                    <a:pt x="6" y="11"/>
                  </a:cubicBezTo>
                  <a:cubicBezTo>
                    <a:pt x="6" y="11"/>
                    <a:pt x="5" y="13"/>
                    <a:pt x="5" y="13"/>
                  </a:cubicBezTo>
                  <a:cubicBezTo>
                    <a:pt x="5" y="13"/>
                    <a:pt x="3" y="12"/>
                    <a:pt x="3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2" y="14"/>
                    <a:pt x="6" y="15"/>
                  </a:cubicBezTo>
                  <a:close/>
                  <a:moveTo>
                    <a:pt x="46" y="53"/>
                  </a:moveTo>
                  <a:cubicBezTo>
                    <a:pt x="48" y="52"/>
                    <a:pt x="48" y="52"/>
                    <a:pt x="48" y="52"/>
                  </a:cubicBezTo>
                  <a:cubicBezTo>
                    <a:pt x="47" y="53"/>
                    <a:pt x="46" y="53"/>
                    <a:pt x="46" y="54"/>
                  </a:cubicBez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2" name="Freeform 93"/>
            <p:cNvSpPr>
              <a:spLocks/>
            </p:cNvSpPr>
            <p:nvPr/>
          </p:nvSpPr>
          <p:spPr bwMode="auto">
            <a:xfrm>
              <a:off x="4263581" y="2961949"/>
              <a:ext cx="9739" cy="9739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3 h 3"/>
                <a:gd name="T4" fmla="*/ 3 w 3"/>
                <a:gd name="T5" fmla="*/ 3 h 3"/>
                <a:gd name="T6" fmla="*/ 3 w 3"/>
                <a:gd name="T7" fmla="*/ 0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2" y="3"/>
                    <a:pt x="3" y="3"/>
                  </a:cubicBezTo>
                  <a:cubicBezTo>
                    <a:pt x="3" y="2"/>
                    <a:pt x="3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3" name="Freeform 94"/>
            <p:cNvSpPr>
              <a:spLocks/>
            </p:cNvSpPr>
            <p:nvPr/>
          </p:nvSpPr>
          <p:spPr bwMode="auto">
            <a:xfrm>
              <a:off x="3861519" y="2566835"/>
              <a:ext cx="214247" cy="98779"/>
            </a:xfrm>
            <a:custGeom>
              <a:avLst/>
              <a:gdLst>
                <a:gd name="T0" fmla="*/ 65 w 65"/>
                <a:gd name="T1" fmla="*/ 16 h 30"/>
                <a:gd name="T2" fmla="*/ 65 w 65"/>
                <a:gd name="T3" fmla="*/ 16 h 30"/>
                <a:gd name="T4" fmla="*/ 57 w 65"/>
                <a:gd name="T5" fmla="*/ 5 h 30"/>
                <a:gd name="T6" fmla="*/ 58 w 65"/>
                <a:gd name="T7" fmla="*/ 3 h 30"/>
                <a:gd name="T8" fmla="*/ 53 w 65"/>
                <a:gd name="T9" fmla="*/ 4 h 30"/>
                <a:gd name="T10" fmla="*/ 49 w 65"/>
                <a:gd name="T11" fmla="*/ 1 h 30"/>
                <a:gd name="T12" fmla="*/ 46 w 65"/>
                <a:gd name="T13" fmla="*/ 1 h 30"/>
                <a:gd name="T14" fmla="*/ 45 w 65"/>
                <a:gd name="T15" fmla="*/ 4 h 30"/>
                <a:gd name="T16" fmla="*/ 38 w 65"/>
                <a:gd name="T17" fmla="*/ 5 h 30"/>
                <a:gd name="T18" fmla="*/ 31 w 65"/>
                <a:gd name="T19" fmla="*/ 4 h 30"/>
                <a:gd name="T20" fmla="*/ 31 w 65"/>
                <a:gd name="T21" fmla="*/ 6 h 30"/>
                <a:gd name="T22" fmla="*/ 27 w 65"/>
                <a:gd name="T23" fmla="*/ 5 h 30"/>
                <a:gd name="T24" fmla="*/ 22 w 65"/>
                <a:gd name="T25" fmla="*/ 6 h 30"/>
                <a:gd name="T26" fmla="*/ 19 w 65"/>
                <a:gd name="T27" fmla="*/ 4 h 30"/>
                <a:gd name="T28" fmla="*/ 19 w 65"/>
                <a:gd name="T29" fmla="*/ 7 h 30"/>
                <a:gd name="T30" fmla="*/ 15 w 65"/>
                <a:gd name="T31" fmla="*/ 9 h 30"/>
                <a:gd name="T32" fmla="*/ 11 w 65"/>
                <a:gd name="T33" fmla="*/ 4 h 30"/>
                <a:gd name="T34" fmla="*/ 10 w 65"/>
                <a:gd name="T35" fmla="*/ 0 h 30"/>
                <a:gd name="T36" fmla="*/ 8 w 65"/>
                <a:gd name="T37" fmla="*/ 0 h 30"/>
                <a:gd name="T38" fmla="*/ 5 w 65"/>
                <a:gd name="T39" fmla="*/ 3 h 30"/>
                <a:gd name="T40" fmla="*/ 5 w 65"/>
                <a:gd name="T41" fmla="*/ 5 h 30"/>
                <a:gd name="T42" fmla="*/ 0 w 65"/>
                <a:gd name="T43" fmla="*/ 4 h 30"/>
                <a:gd name="T44" fmla="*/ 11 w 65"/>
                <a:gd name="T45" fmla="*/ 9 h 30"/>
                <a:gd name="T46" fmla="*/ 12 w 65"/>
                <a:gd name="T47" fmla="*/ 11 h 30"/>
                <a:gd name="T48" fmla="*/ 0 w 65"/>
                <a:gd name="T49" fmla="*/ 13 h 30"/>
                <a:gd name="T50" fmla="*/ 10 w 65"/>
                <a:gd name="T51" fmla="*/ 14 h 30"/>
                <a:gd name="T52" fmla="*/ 9 w 65"/>
                <a:gd name="T53" fmla="*/ 21 h 30"/>
                <a:gd name="T54" fmla="*/ 7 w 65"/>
                <a:gd name="T55" fmla="*/ 22 h 30"/>
                <a:gd name="T56" fmla="*/ 17 w 65"/>
                <a:gd name="T57" fmla="*/ 26 h 30"/>
                <a:gd name="T58" fmla="*/ 37 w 65"/>
                <a:gd name="T59" fmla="*/ 30 h 30"/>
                <a:gd name="T60" fmla="*/ 55 w 65"/>
                <a:gd name="T61" fmla="*/ 25 h 30"/>
                <a:gd name="T62" fmla="*/ 65 w 65"/>
                <a:gd name="T63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5" h="30">
                  <a:moveTo>
                    <a:pt x="65" y="16"/>
                  </a:moveTo>
                  <a:cubicBezTo>
                    <a:pt x="65" y="16"/>
                    <a:pt x="65" y="16"/>
                    <a:pt x="65" y="16"/>
                  </a:cubicBezTo>
                  <a:cubicBezTo>
                    <a:pt x="65" y="10"/>
                    <a:pt x="57" y="11"/>
                    <a:pt x="57" y="5"/>
                  </a:cubicBezTo>
                  <a:cubicBezTo>
                    <a:pt x="57" y="4"/>
                    <a:pt x="58" y="3"/>
                    <a:pt x="58" y="3"/>
                  </a:cubicBezTo>
                  <a:cubicBezTo>
                    <a:pt x="56" y="3"/>
                    <a:pt x="55" y="4"/>
                    <a:pt x="53" y="4"/>
                  </a:cubicBezTo>
                  <a:cubicBezTo>
                    <a:pt x="51" y="4"/>
                    <a:pt x="49" y="4"/>
                    <a:pt x="49" y="1"/>
                  </a:cubicBezTo>
                  <a:cubicBezTo>
                    <a:pt x="48" y="2"/>
                    <a:pt x="48" y="1"/>
                    <a:pt x="46" y="1"/>
                  </a:cubicBezTo>
                  <a:cubicBezTo>
                    <a:pt x="46" y="2"/>
                    <a:pt x="45" y="2"/>
                    <a:pt x="45" y="4"/>
                  </a:cubicBezTo>
                  <a:cubicBezTo>
                    <a:pt x="43" y="2"/>
                    <a:pt x="41" y="5"/>
                    <a:pt x="38" y="5"/>
                  </a:cubicBezTo>
                  <a:cubicBezTo>
                    <a:pt x="36" y="5"/>
                    <a:pt x="34" y="4"/>
                    <a:pt x="31" y="4"/>
                  </a:cubicBezTo>
                  <a:cubicBezTo>
                    <a:pt x="31" y="5"/>
                    <a:pt x="30" y="6"/>
                    <a:pt x="31" y="6"/>
                  </a:cubicBezTo>
                  <a:cubicBezTo>
                    <a:pt x="30" y="6"/>
                    <a:pt x="29" y="5"/>
                    <a:pt x="27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1" y="6"/>
                    <a:pt x="20" y="5"/>
                    <a:pt x="19" y="4"/>
                  </a:cubicBezTo>
                  <a:cubicBezTo>
                    <a:pt x="18" y="5"/>
                    <a:pt x="19" y="6"/>
                    <a:pt x="19" y="7"/>
                  </a:cubicBezTo>
                  <a:cubicBezTo>
                    <a:pt x="18" y="7"/>
                    <a:pt x="16" y="9"/>
                    <a:pt x="15" y="9"/>
                  </a:cubicBezTo>
                  <a:cubicBezTo>
                    <a:pt x="13" y="9"/>
                    <a:pt x="11" y="5"/>
                    <a:pt x="11" y="4"/>
                  </a:cubicBezTo>
                  <a:cubicBezTo>
                    <a:pt x="11" y="2"/>
                    <a:pt x="10" y="0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  <a:cubicBezTo>
                    <a:pt x="7" y="0"/>
                    <a:pt x="5" y="3"/>
                    <a:pt x="5" y="3"/>
                  </a:cubicBezTo>
                  <a:cubicBezTo>
                    <a:pt x="5" y="4"/>
                    <a:pt x="5" y="4"/>
                    <a:pt x="5" y="5"/>
                  </a:cubicBezTo>
                  <a:cubicBezTo>
                    <a:pt x="1" y="4"/>
                    <a:pt x="2" y="4"/>
                    <a:pt x="0" y="4"/>
                  </a:cubicBezTo>
                  <a:cubicBezTo>
                    <a:pt x="1" y="7"/>
                    <a:pt x="9" y="9"/>
                    <a:pt x="11" y="9"/>
                  </a:cubicBezTo>
                  <a:cubicBezTo>
                    <a:pt x="11" y="10"/>
                    <a:pt x="12" y="11"/>
                    <a:pt x="12" y="11"/>
                  </a:cubicBezTo>
                  <a:cubicBezTo>
                    <a:pt x="10" y="12"/>
                    <a:pt x="4" y="13"/>
                    <a:pt x="0" y="13"/>
                  </a:cubicBezTo>
                  <a:cubicBezTo>
                    <a:pt x="3" y="16"/>
                    <a:pt x="7" y="13"/>
                    <a:pt x="10" y="14"/>
                  </a:cubicBezTo>
                  <a:cubicBezTo>
                    <a:pt x="10" y="17"/>
                    <a:pt x="9" y="18"/>
                    <a:pt x="9" y="21"/>
                  </a:cubicBezTo>
                  <a:cubicBezTo>
                    <a:pt x="8" y="21"/>
                    <a:pt x="8" y="22"/>
                    <a:pt x="7" y="22"/>
                  </a:cubicBezTo>
                  <a:cubicBezTo>
                    <a:pt x="12" y="22"/>
                    <a:pt x="14" y="25"/>
                    <a:pt x="17" y="26"/>
                  </a:cubicBezTo>
                  <a:cubicBezTo>
                    <a:pt x="23" y="28"/>
                    <a:pt x="29" y="30"/>
                    <a:pt x="37" y="30"/>
                  </a:cubicBezTo>
                  <a:cubicBezTo>
                    <a:pt x="45" y="30"/>
                    <a:pt x="49" y="26"/>
                    <a:pt x="55" y="25"/>
                  </a:cubicBezTo>
                  <a:cubicBezTo>
                    <a:pt x="58" y="24"/>
                    <a:pt x="63" y="20"/>
                    <a:pt x="65" y="1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4" name="Freeform 95"/>
            <p:cNvSpPr>
              <a:spLocks/>
            </p:cNvSpPr>
            <p:nvPr/>
          </p:nvSpPr>
          <p:spPr bwMode="auto">
            <a:xfrm>
              <a:off x="2569079" y="3759135"/>
              <a:ext cx="219812" cy="72345"/>
            </a:xfrm>
            <a:custGeom>
              <a:avLst/>
              <a:gdLst>
                <a:gd name="T0" fmla="*/ 67 w 67"/>
                <a:gd name="T1" fmla="*/ 20 h 22"/>
                <a:gd name="T2" fmla="*/ 62 w 67"/>
                <a:gd name="T3" fmla="*/ 15 h 22"/>
                <a:gd name="T4" fmla="*/ 58 w 67"/>
                <a:gd name="T5" fmla="*/ 15 h 22"/>
                <a:gd name="T6" fmla="*/ 58 w 67"/>
                <a:gd name="T7" fmla="*/ 13 h 22"/>
                <a:gd name="T8" fmla="*/ 44 w 67"/>
                <a:gd name="T9" fmla="*/ 8 h 22"/>
                <a:gd name="T10" fmla="*/ 40 w 67"/>
                <a:gd name="T11" fmla="*/ 5 h 22"/>
                <a:gd name="T12" fmla="*/ 18 w 67"/>
                <a:gd name="T13" fmla="*/ 0 h 22"/>
                <a:gd name="T14" fmla="*/ 0 w 67"/>
                <a:gd name="T15" fmla="*/ 10 h 22"/>
                <a:gd name="T16" fmla="*/ 2 w 67"/>
                <a:gd name="T17" fmla="*/ 10 h 22"/>
                <a:gd name="T18" fmla="*/ 14 w 67"/>
                <a:gd name="T19" fmla="*/ 4 h 22"/>
                <a:gd name="T20" fmla="*/ 18 w 67"/>
                <a:gd name="T21" fmla="*/ 4 h 22"/>
                <a:gd name="T22" fmla="*/ 18 w 67"/>
                <a:gd name="T23" fmla="*/ 6 h 22"/>
                <a:gd name="T24" fmla="*/ 25 w 67"/>
                <a:gd name="T25" fmla="*/ 6 h 22"/>
                <a:gd name="T26" fmla="*/ 32 w 67"/>
                <a:gd name="T27" fmla="*/ 10 h 22"/>
                <a:gd name="T28" fmla="*/ 37 w 67"/>
                <a:gd name="T29" fmla="*/ 10 h 22"/>
                <a:gd name="T30" fmla="*/ 40 w 67"/>
                <a:gd name="T31" fmla="*/ 13 h 22"/>
                <a:gd name="T32" fmla="*/ 48 w 67"/>
                <a:gd name="T33" fmla="*/ 17 h 22"/>
                <a:gd name="T34" fmla="*/ 46 w 67"/>
                <a:gd name="T35" fmla="*/ 19 h 22"/>
                <a:gd name="T36" fmla="*/ 46 w 67"/>
                <a:gd name="T37" fmla="*/ 21 h 22"/>
                <a:gd name="T38" fmla="*/ 59 w 67"/>
                <a:gd name="T39" fmla="*/ 22 h 22"/>
                <a:gd name="T40" fmla="*/ 67 w 67"/>
                <a:gd name="T4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7" h="22">
                  <a:moveTo>
                    <a:pt x="67" y="20"/>
                  </a:moveTo>
                  <a:cubicBezTo>
                    <a:pt x="65" y="19"/>
                    <a:pt x="64" y="16"/>
                    <a:pt x="62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3" y="13"/>
                    <a:pt x="47" y="11"/>
                    <a:pt x="44" y="8"/>
                  </a:cubicBezTo>
                  <a:cubicBezTo>
                    <a:pt x="44" y="7"/>
                    <a:pt x="42" y="5"/>
                    <a:pt x="40" y="5"/>
                  </a:cubicBezTo>
                  <a:cubicBezTo>
                    <a:pt x="33" y="5"/>
                    <a:pt x="28" y="0"/>
                    <a:pt x="18" y="0"/>
                  </a:cubicBezTo>
                  <a:cubicBezTo>
                    <a:pt x="8" y="0"/>
                    <a:pt x="3" y="2"/>
                    <a:pt x="0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4" y="6"/>
                    <a:pt x="10" y="4"/>
                    <a:pt x="14" y="4"/>
                  </a:cubicBezTo>
                  <a:cubicBezTo>
                    <a:pt x="15" y="4"/>
                    <a:pt x="17" y="3"/>
                    <a:pt x="18" y="4"/>
                  </a:cubicBezTo>
                  <a:cubicBezTo>
                    <a:pt x="17" y="5"/>
                    <a:pt x="17" y="6"/>
                    <a:pt x="18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8" y="6"/>
                    <a:pt x="29" y="10"/>
                    <a:pt x="32" y="10"/>
                  </a:cubicBezTo>
                  <a:cubicBezTo>
                    <a:pt x="34" y="10"/>
                    <a:pt x="35" y="9"/>
                    <a:pt x="37" y="10"/>
                  </a:cubicBezTo>
                  <a:cubicBezTo>
                    <a:pt x="38" y="11"/>
                    <a:pt x="38" y="13"/>
                    <a:pt x="40" y="13"/>
                  </a:cubicBezTo>
                  <a:cubicBezTo>
                    <a:pt x="40" y="16"/>
                    <a:pt x="44" y="16"/>
                    <a:pt x="48" y="17"/>
                  </a:cubicBezTo>
                  <a:cubicBezTo>
                    <a:pt x="48" y="18"/>
                    <a:pt x="46" y="19"/>
                    <a:pt x="46" y="19"/>
                  </a:cubicBezTo>
                  <a:cubicBezTo>
                    <a:pt x="46" y="20"/>
                    <a:pt x="46" y="20"/>
                    <a:pt x="46" y="21"/>
                  </a:cubicBezTo>
                  <a:cubicBezTo>
                    <a:pt x="50" y="21"/>
                    <a:pt x="54" y="22"/>
                    <a:pt x="59" y="22"/>
                  </a:cubicBezTo>
                  <a:cubicBezTo>
                    <a:pt x="61" y="22"/>
                    <a:pt x="65" y="22"/>
                    <a:pt x="67" y="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5" name="Freeform 96"/>
            <p:cNvSpPr>
              <a:spLocks/>
            </p:cNvSpPr>
            <p:nvPr/>
          </p:nvSpPr>
          <p:spPr bwMode="auto">
            <a:xfrm>
              <a:off x="2598294" y="3785569"/>
              <a:ext cx="12521" cy="13912"/>
            </a:xfrm>
            <a:custGeom>
              <a:avLst/>
              <a:gdLst>
                <a:gd name="T0" fmla="*/ 2 w 4"/>
                <a:gd name="T1" fmla="*/ 0 h 4"/>
                <a:gd name="T2" fmla="*/ 2 w 4"/>
                <a:gd name="T3" fmla="*/ 1 h 4"/>
                <a:gd name="T4" fmla="*/ 0 w 4"/>
                <a:gd name="T5" fmla="*/ 4 h 4"/>
                <a:gd name="T6" fmla="*/ 3 w 4"/>
                <a:gd name="T7" fmla="*/ 4 h 4"/>
                <a:gd name="T8" fmla="*/ 3 w 4"/>
                <a:gd name="T9" fmla="*/ 0 h 4"/>
                <a:gd name="T10" fmla="*/ 2 w 4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3" y="4"/>
                    <a:pt x="3" y="4"/>
                  </a:cubicBezTo>
                  <a:cubicBezTo>
                    <a:pt x="4" y="2"/>
                    <a:pt x="3" y="1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6" name="Freeform 97"/>
            <p:cNvSpPr>
              <a:spLocks/>
            </p:cNvSpPr>
            <p:nvPr/>
          </p:nvSpPr>
          <p:spPr bwMode="auto">
            <a:xfrm>
              <a:off x="2709592" y="3862088"/>
              <a:ext cx="36172" cy="15304"/>
            </a:xfrm>
            <a:custGeom>
              <a:avLst/>
              <a:gdLst>
                <a:gd name="T0" fmla="*/ 0 w 11"/>
                <a:gd name="T1" fmla="*/ 1 h 5"/>
                <a:gd name="T2" fmla="*/ 3 w 11"/>
                <a:gd name="T3" fmla="*/ 5 h 5"/>
                <a:gd name="T4" fmla="*/ 11 w 11"/>
                <a:gd name="T5" fmla="*/ 3 h 5"/>
                <a:gd name="T6" fmla="*/ 9 w 11"/>
                <a:gd name="T7" fmla="*/ 1 h 5"/>
                <a:gd name="T8" fmla="*/ 9 w 11"/>
                <a:gd name="T9" fmla="*/ 2 h 5"/>
                <a:gd name="T10" fmla="*/ 2 w 11"/>
                <a:gd name="T11" fmla="*/ 0 h 5"/>
                <a:gd name="T12" fmla="*/ 0 w 11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5">
                  <a:moveTo>
                    <a:pt x="0" y="1"/>
                  </a:moveTo>
                  <a:cubicBezTo>
                    <a:pt x="0" y="3"/>
                    <a:pt x="2" y="5"/>
                    <a:pt x="3" y="5"/>
                  </a:cubicBezTo>
                  <a:cubicBezTo>
                    <a:pt x="6" y="5"/>
                    <a:pt x="8" y="4"/>
                    <a:pt x="11" y="3"/>
                  </a:cubicBezTo>
                  <a:cubicBezTo>
                    <a:pt x="11" y="2"/>
                    <a:pt x="10" y="2"/>
                    <a:pt x="9" y="1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1"/>
                    <a:pt x="5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7" name="Freeform 98"/>
            <p:cNvSpPr>
              <a:spLocks/>
            </p:cNvSpPr>
            <p:nvPr/>
          </p:nvSpPr>
          <p:spPr bwMode="auto">
            <a:xfrm>
              <a:off x="2943316" y="3857914"/>
              <a:ext cx="29216" cy="13912"/>
            </a:xfrm>
            <a:custGeom>
              <a:avLst/>
              <a:gdLst>
                <a:gd name="T0" fmla="*/ 0 w 9"/>
                <a:gd name="T1" fmla="*/ 2 h 4"/>
                <a:gd name="T2" fmla="*/ 6 w 9"/>
                <a:gd name="T3" fmla="*/ 4 h 4"/>
                <a:gd name="T4" fmla="*/ 9 w 9"/>
                <a:gd name="T5" fmla="*/ 3 h 4"/>
                <a:gd name="T6" fmla="*/ 3 w 9"/>
                <a:gd name="T7" fmla="*/ 0 h 4"/>
                <a:gd name="T8" fmla="*/ 0 w 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4">
                  <a:moveTo>
                    <a:pt x="0" y="2"/>
                  </a:moveTo>
                  <a:cubicBezTo>
                    <a:pt x="0" y="4"/>
                    <a:pt x="3" y="4"/>
                    <a:pt x="6" y="4"/>
                  </a:cubicBezTo>
                  <a:cubicBezTo>
                    <a:pt x="7" y="4"/>
                    <a:pt x="9" y="4"/>
                    <a:pt x="9" y="3"/>
                  </a:cubicBezTo>
                  <a:cubicBezTo>
                    <a:pt x="9" y="1"/>
                    <a:pt x="3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8" name="Freeform 99"/>
            <p:cNvSpPr>
              <a:spLocks/>
            </p:cNvSpPr>
            <p:nvPr/>
          </p:nvSpPr>
          <p:spPr bwMode="auto">
            <a:xfrm>
              <a:off x="2788891" y="3828698"/>
              <a:ext cx="127992" cy="48694"/>
            </a:xfrm>
            <a:custGeom>
              <a:avLst/>
              <a:gdLst>
                <a:gd name="T0" fmla="*/ 0 w 39"/>
                <a:gd name="T1" fmla="*/ 10 h 15"/>
                <a:gd name="T2" fmla="*/ 3 w 39"/>
                <a:gd name="T3" fmla="*/ 13 h 15"/>
                <a:gd name="T4" fmla="*/ 3 w 39"/>
                <a:gd name="T5" fmla="*/ 12 h 15"/>
                <a:gd name="T6" fmla="*/ 6 w 39"/>
                <a:gd name="T7" fmla="*/ 12 h 15"/>
                <a:gd name="T8" fmla="*/ 16 w 39"/>
                <a:gd name="T9" fmla="*/ 12 h 15"/>
                <a:gd name="T10" fmla="*/ 19 w 39"/>
                <a:gd name="T11" fmla="*/ 15 h 15"/>
                <a:gd name="T12" fmla="*/ 24 w 39"/>
                <a:gd name="T13" fmla="*/ 11 h 15"/>
                <a:gd name="T14" fmla="*/ 26 w 39"/>
                <a:gd name="T15" fmla="*/ 12 h 15"/>
                <a:gd name="T16" fmla="*/ 31 w 39"/>
                <a:gd name="T17" fmla="*/ 9 h 15"/>
                <a:gd name="T18" fmla="*/ 39 w 39"/>
                <a:gd name="T19" fmla="*/ 9 h 15"/>
                <a:gd name="T20" fmla="*/ 33 w 39"/>
                <a:gd name="T21" fmla="*/ 5 h 15"/>
                <a:gd name="T22" fmla="*/ 34 w 39"/>
                <a:gd name="T23" fmla="*/ 6 h 15"/>
                <a:gd name="T24" fmla="*/ 21 w 39"/>
                <a:gd name="T25" fmla="*/ 0 h 15"/>
                <a:gd name="T26" fmla="*/ 14 w 39"/>
                <a:gd name="T27" fmla="*/ 1 h 15"/>
                <a:gd name="T28" fmla="*/ 9 w 39"/>
                <a:gd name="T29" fmla="*/ 0 h 15"/>
                <a:gd name="T30" fmla="*/ 7 w 39"/>
                <a:gd name="T31" fmla="*/ 1 h 15"/>
                <a:gd name="T32" fmla="*/ 10 w 39"/>
                <a:gd name="T33" fmla="*/ 4 h 15"/>
                <a:gd name="T34" fmla="*/ 12 w 39"/>
                <a:gd name="T35" fmla="*/ 9 h 15"/>
                <a:gd name="T36" fmla="*/ 2 w 39"/>
                <a:gd name="T37" fmla="*/ 9 h 15"/>
                <a:gd name="T38" fmla="*/ 0 w 39"/>
                <a:gd name="T39" fmla="*/ 1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9" h="15">
                  <a:moveTo>
                    <a:pt x="0" y="10"/>
                  </a:moveTo>
                  <a:cubicBezTo>
                    <a:pt x="0" y="11"/>
                    <a:pt x="2" y="13"/>
                    <a:pt x="3" y="13"/>
                  </a:cubicBezTo>
                  <a:cubicBezTo>
                    <a:pt x="3" y="13"/>
                    <a:pt x="3" y="12"/>
                    <a:pt x="3" y="12"/>
                  </a:cubicBezTo>
                  <a:cubicBezTo>
                    <a:pt x="4" y="12"/>
                    <a:pt x="4" y="12"/>
                    <a:pt x="6" y="12"/>
                  </a:cubicBezTo>
                  <a:cubicBezTo>
                    <a:pt x="9" y="12"/>
                    <a:pt x="14" y="11"/>
                    <a:pt x="16" y="12"/>
                  </a:cubicBezTo>
                  <a:cubicBezTo>
                    <a:pt x="17" y="13"/>
                    <a:pt x="17" y="15"/>
                    <a:pt x="19" y="15"/>
                  </a:cubicBezTo>
                  <a:cubicBezTo>
                    <a:pt x="21" y="15"/>
                    <a:pt x="21" y="11"/>
                    <a:pt x="24" y="11"/>
                  </a:cubicBezTo>
                  <a:cubicBezTo>
                    <a:pt x="25" y="11"/>
                    <a:pt x="25" y="12"/>
                    <a:pt x="26" y="12"/>
                  </a:cubicBezTo>
                  <a:cubicBezTo>
                    <a:pt x="28" y="12"/>
                    <a:pt x="29" y="13"/>
                    <a:pt x="31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7" y="9"/>
                    <a:pt x="35" y="7"/>
                    <a:pt x="33" y="5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0" y="4"/>
                    <a:pt x="29" y="0"/>
                    <a:pt x="21" y="0"/>
                  </a:cubicBezTo>
                  <a:cubicBezTo>
                    <a:pt x="19" y="0"/>
                    <a:pt x="17" y="1"/>
                    <a:pt x="14" y="1"/>
                  </a:cubicBezTo>
                  <a:cubicBezTo>
                    <a:pt x="12" y="1"/>
                    <a:pt x="11" y="0"/>
                    <a:pt x="9" y="0"/>
                  </a:cubicBezTo>
                  <a:cubicBezTo>
                    <a:pt x="8" y="0"/>
                    <a:pt x="7" y="1"/>
                    <a:pt x="7" y="1"/>
                  </a:cubicBezTo>
                  <a:cubicBezTo>
                    <a:pt x="7" y="3"/>
                    <a:pt x="9" y="4"/>
                    <a:pt x="10" y="4"/>
                  </a:cubicBezTo>
                  <a:cubicBezTo>
                    <a:pt x="10" y="6"/>
                    <a:pt x="10" y="7"/>
                    <a:pt x="12" y="9"/>
                  </a:cubicBezTo>
                  <a:cubicBezTo>
                    <a:pt x="9" y="10"/>
                    <a:pt x="7" y="9"/>
                    <a:pt x="2" y="9"/>
                  </a:cubicBezTo>
                  <a:cubicBezTo>
                    <a:pt x="1" y="9"/>
                    <a:pt x="1" y="10"/>
                    <a:pt x="0" y="1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29" name="Freeform 100"/>
            <p:cNvSpPr>
              <a:spLocks/>
            </p:cNvSpPr>
            <p:nvPr/>
          </p:nvSpPr>
          <p:spPr bwMode="auto">
            <a:xfrm>
              <a:off x="3058787" y="4033211"/>
              <a:ext cx="16695" cy="16695"/>
            </a:xfrm>
            <a:custGeom>
              <a:avLst/>
              <a:gdLst>
                <a:gd name="T0" fmla="*/ 0 w 5"/>
                <a:gd name="T1" fmla="*/ 4 h 5"/>
                <a:gd name="T2" fmla="*/ 2 w 5"/>
                <a:gd name="T3" fmla="*/ 4 h 5"/>
                <a:gd name="T4" fmla="*/ 5 w 5"/>
                <a:gd name="T5" fmla="*/ 1 h 5"/>
                <a:gd name="T6" fmla="*/ 5 w 5"/>
                <a:gd name="T7" fmla="*/ 0 h 5"/>
                <a:gd name="T8" fmla="*/ 3 w 5"/>
                <a:gd name="T9" fmla="*/ 0 h 5"/>
                <a:gd name="T10" fmla="*/ 0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5"/>
                    <a:pt x="2" y="4"/>
                    <a:pt x="2" y="4"/>
                  </a:cubicBezTo>
                  <a:cubicBezTo>
                    <a:pt x="4" y="4"/>
                    <a:pt x="5" y="2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3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0" name="Freeform 101"/>
            <p:cNvSpPr>
              <a:spLocks/>
            </p:cNvSpPr>
            <p:nvPr/>
          </p:nvSpPr>
          <p:spPr bwMode="auto">
            <a:xfrm>
              <a:off x="3292512" y="4253029"/>
              <a:ext cx="48693" cy="43129"/>
            </a:xfrm>
            <a:custGeom>
              <a:avLst/>
              <a:gdLst>
                <a:gd name="T0" fmla="*/ 4 w 15"/>
                <a:gd name="T1" fmla="*/ 0 h 13"/>
                <a:gd name="T2" fmla="*/ 0 w 15"/>
                <a:gd name="T3" fmla="*/ 6 h 13"/>
                <a:gd name="T4" fmla="*/ 9 w 15"/>
                <a:gd name="T5" fmla="*/ 13 h 13"/>
                <a:gd name="T6" fmla="*/ 15 w 15"/>
                <a:gd name="T7" fmla="*/ 6 h 13"/>
                <a:gd name="T8" fmla="*/ 14 w 15"/>
                <a:gd name="T9" fmla="*/ 4 h 13"/>
                <a:gd name="T10" fmla="*/ 10 w 15"/>
                <a:gd name="T11" fmla="*/ 3 h 13"/>
                <a:gd name="T12" fmla="*/ 5 w 15"/>
                <a:gd name="T13" fmla="*/ 0 h 13"/>
                <a:gd name="T14" fmla="*/ 4 w 15"/>
                <a:gd name="T1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3">
                  <a:moveTo>
                    <a:pt x="4" y="0"/>
                  </a:moveTo>
                  <a:cubicBezTo>
                    <a:pt x="2" y="0"/>
                    <a:pt x="0" y="3"/>
                    <a:pt x="0" y="6"/>
                  </a:cubicBezTo>
                  <a:cubicBezTo>
                    <a:pt x="0" y="8"/>
                    <a:pt x="6" y="13"/>
                    <a:pt x="9" y="13"/>
                  </a:cubicBezTo>
                  <a:cubicBezTo>
                    <a:pt x="12" y="13"/>
                    <a:pt x="15" y="8"/>
                    <a:pt x="15" y="6"/>
                  </a:cubicBezTo>
                  <a:cubicBezTo>
                    <a:pt x="15" y="5"/>
                    <a:pt x="14" y="4"/>
                    <a:pt x="14" y="4"/>
                  </a:cubicBezTo>
                  <a:cubicBezTo>
                    <a:pt x="12" y="4"/>
                    <a:pt x="10" y="6"/>
                    <a:pt x="10" y="3"/>
                  </a:cubicBezTo>
                  <a:cubicBezTo>
                    <a:pt x="8" y="3"/>
                    <a:pt x="7" y="4"/>
                    <a:pt x="5" y="0"/>
                  </a:cubicBezTo>
                  <a:cubicBezTo>
                    <a:pt x="5" y="0"/>
                    <a:pt x="4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1" name="Freeform 102"/>
            <p:cNvSpPr>
              <a:spLocks/>
            </p:cNvSpPr>
            <p:nvPr/>
          </p:nvSpPr>
          <p:spPr bwMode="auto">
            <a:xfrm>
              <a:off x="2798630" y="5218556"/>
              <a:ext cx="16695" cy="36172"/>
            </a:xfrm>
            <a:custGeom>
              <a:avLst/>
              <a:gdLst>
                <a:gd name="T0" fmla="*/ 4 w 5"/>
                <a:gd name="T1" fmla="*/ 11 h 11"/>
                <a:gd name="T2" fmla="*/ 4 w 5"/>
                <a:gd name="T3" fmla="*/ 6 h 11"/>
                <a:gd name="T4" fmla="*/ 5 w 5"/>
                <a:gd name="T5" fmla="*/ 4 h 11"/>
                <a:gd name="T6" fmla="*/ 2 w 5"/>
                <a:gd name="T7" fmla="*/ 0 h 11"/>
                <a:gd name="T8" fmla="*/ 0 w 5"/>
                <a:gd name="T9" fmla="*/ 7 h 11"/>
                <a:gd name="T10" fmla="*/ 0 w 5"/>
                <a:gd name="T11" fmla="*/ 10 h 11"/>
                <a:gd name="T12" fmla="*/ 1 w 5"/>
                <a:gd name="T13" fmla="*/ 11 h 11"/>
                <a:gd name="T14" fmla="*/ 4 w 5"/>
                <a:gd name="T1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11">
                  <a:moveTo>
                    <a:pt x="4" y="11"/>
                  </a:moveTo>
                  <a:cubicBezTo>
                    <a:pt x="4" y="6"/>
                    <a:pt x="4" y="6"/>
                    <a:pt x="4" y="6"/>
                  </a:cubicBezTo>
                  <a:cubicBezTo>
                    <a:pt x="4" y="5"/>
                    <a:pt x="5" y="5"/>
                    <a:pt x="5" y="4"/>
                  </a:cubicBezTo>
                  <a:cubicBezTo>
                    <a:pt x="5" y="2"/>
                    <a:pt x="4" y="0"/>
                    <a:pt x="2" y="0"/>
                  </a:cubicBezTo>
                  <a:cubicBezTo>
                    <a:pt x="1" y="0"/>
                    <a:pt x="0" y="7"/>
                    <a:pt x="0" y="7"/>
                  </a:cubicBezTo>
                  <a:cubicBezTo>
                    <a:pt x="0" y="7"/>
                    <a:pt x="0" y="8"/>
                    <a:pt x="0" y="10"/>
                  </a:cubicBezTo>
                  <a:cubicBezTo>
                    <a:pt x="0" y="11"/>
                    <a:pt x="0" y="11"/>
                    <a:pt x="1" y="11"/>
                  </a:cubicBezTo>
                  <a:lnTo>
                    <a:pt x="4" y="11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2" name="Freeform 103"/>
            <p:cNvSpPr>
              <a:spLocks noEditPoints="1"/>
            </p:cNvSpPr>
            <p:nvPr/>
          </p:nvSpPr>
          <p:spPr bwMode="auto">
            <a:xfrm>
              <a:off x="807798" y="2372060"/>
              <a:ext cx="2826953" cy="3226307"/>
            </a:xfrm>
            <a:custGeom>
              <a:avLst/>
              <a:gdLst>
                <a:gd name="T0" fmla="*/ 776 w 859"/>
                <a:gd name="T1" fmla="*/ 577 h 979"/>
                <a:gd name="T2" fmla="*/ 741 w 859"/>
                <a:gd name="T3" fmla="*/ 539 h 979"/>
                <a:gd name="T4" fmla="*/ 680 w 859"/>
                <a:gd name="T5" fmla="*/ 504 h 979"/>
                <a:gd name="T6" fmla="*/ 622 w 859"/>
                <a:gd name="T7" fmla="*/ 503 h 979"/>
                <a:gd name="T8" fmla="*/ 587 w 859"/>
                <a:gd name="T9" fmla="*/ 516 h 979"/>
                <a:gd name="T10" fmla="*/ 545 w 859"/>
                <a:gd name="T11" fmla="*/ 474 h 979"/>
                <a:gd name="T12" fmla="*/ 511 w 859"/>
                <a:gd name="T13" fmla="*/ 431 h 979"/>
                <a:gd name="T14" fmla="*/ 449 w 859"/>
                <a:gd name="T15" fmla="*/ 413 h 979"/>
                <a:gd name="T16" fmla="*/ 504 w 859"/>
                <a:gd name="T17" fmla="*/ 378 h 979"/>
                <a:gd name="T18" fmla="*/ 564 w 859"/>
                <a:gd name="T19" fmla="*/ 398 h 979"/>
                <a:gd name="T20" fmla="*/ 592 w 859"/>
                <a:gd name="T21" fmla="*/ 329 h 979"/>
                <a:gd name="T22" fmla="*/ 598 w 859"/>
                <a:gd name="T23" fmla="*/ 310 h 979"/>
                <a:gd name="T24" fmla="*/ 625 w 859"/>
                <a:gd name="T25" fmla="*/ 286 h 979"/>
                <a:gd name="T26" fmla="*/ 649 w 859"/>
                <a:gd name="T27" fmla="*/ 259 h 979"/>
                <a:gd name="T28" fmla="*/ 665 w 859"/>
                <a:gd name="T29" fmla="*/ 236 h 979"/>
                <a:gd name="T30" fmla="*/ 717 w 859"/>
                <a:gd name="T31" fmla="*/ 183 h 979"/>
                <a:gd name="T32" fmla="*/ 675 w 859"/>
                <a:gd name="T33" fmla="*/ 140 h 979"/>
                <a:gd name="T34" fmla="*/ 575 w 859"/>
                <a:gd name="T35" fmla="*/ 107 h 979"/>
                <a:gd name="T36" fmla="*/ 530 w 859"/>
                <a:gd name="T37" fmla="*/ 171 h 979"/>
                <a:gd name="T38" fmla="*/ 497 w 859"/>
                <a:gd name="T39" fmla="*/ 92 h 979"/>
                <a:gd name="T40" fmla="*/ 540 w 859"/>
                <a:gd name="T41" fmla="*/ 63 h 979"/>
                <a:gd name="T42" fmla="*/ 521 w 859"/>
                <a:gd name="T43" fmla="*/ 50 h 979"/>
                <a:gd name="T44" fmla="*/ 464 w 859"/>
                <a:gd name="T45" fmla="*/ 5 h 979"/>
                <a:gd name="T46" fmla="*/ 424 w 859"/>
                <a:gd name="T47" fmla="*/ 47 h 979"/>
                <a:gd name="T48" fmla="*/ 335 w 859"/>
                <a:gd name="T49" fmla="*/ 45 h 979"/>
                <a:gd name="T50" fmla="*/ 216 w 859"/>
                <a:gd name="T51" fmla="*/ 29 h 979"/>
                <a:gd name="T52" fmla="*/ 97 w 859"/>
                <a:gd name="T53" fmla="*/ 15 h 979"/>
                <a:gd name="T54" fmla="*/ 19 w 859"/>
                <a:gd name="T55" fmla="*/ 47 h 979"/>
                <a:gd name="T56" fmla="*/ 30 w 859"/>
                <a:gd name="T57" fmla="*/ 85 h 979"/>
                <a:gd name="T58" fmla="*/ 35 w 859"/>
                <a:gd name="T59" fmla="*/ 130 h 979"/>
                <a:gd name="T60" fmla="*/ 76 w 859"/>
                <a:gd name="T61" fmla="*/ 139 h 979"/>
                <a:gd name="T62" fmla="*/ 89 w 859"/>
                <a:gd name="T63" fmla="*/ 138 h 979"/>
                <a:gd name="T64" fmla="*/ 154 w 859"/>
                <a:gd name="T65" fmla="*/ 127 h 979"/>
                <a:gd name="T66" fmla="*/ 214 w 859"/>
                <a:gd name="T67" fmla="*/ 158 h 979"/>
                <a:gd name="T68" fmla="*/ 227 w 859"/>
                <a:gd name="T69" fmla="*/ 171 h 979"/>
                <a:gd name="T70" fmla="*/ 287 w 859"/>
                <a:gd name="T71" fmla="*/ 227 h 979"/>
                <a:gd name="T72" fmla="*/ 300 w 859"/>
                <a:gd name="T73" fmla="*/ 334 h 979"/>
                <a:gd name="T74" fmla="*/ 360 w 859"/>
                <a:gd name="T75" fmla="*/ 412 h 979"/>
                <a:gd name="T76" fmla="*/ 350 w 859"/>
                <a:gd name="T77" fmla="*/ 365 h 979"/>
                <a:gd name="T78" fmla="*/ 404 w 859"/>
                <a:gd name="T79" fmla="*/ 446 h 979"/>
                <a:gd name="T80" fmla="*/ 476 w 859"/>
                <a:gd name="T81" fmla="*/ 471 h 979"/>
                <a:gd name="T82" fmla="*/ 542 w 859"/>
                <a:gd name="T83" fmla="*/ 515 h 979"/>
                <a:gd name="T84" fmla="*/ 579 w 859"/>
                <a:gd name="T85" fmla="*/ 524 h 979"/>
                <a:gd name="T86" fmla="*/ 563 w 859"/>
                <a:gd name="T87" fmla="*/ 591 h 979"/>
                <a:gd name="T88" fmla="*/ 590 w 859"/>
                <a:gd name="T89" fmla="*/ 669 h 979"/>
                <a:gd name="T90" fmla="*/ 621 w 859"/>
                <a:gd name="T91" fmla="*/ 781 h 979"/>
                <a:gd name="T92" fmla="*/ 614 w 859"/>
                <a:gd name="T93" fmla="*/ 862 h 979"/>
                <a:gd name="T94" fmla="*/ 601 w 859"/>
                <a:gd name="T95" fmla="*/ 936 h 979"/>
                <a:gd name="T96" fmla="*/ 645 w 859"/>
                <a:gd name="T97" fmla="*/ 979 h 979"/>
                <a:gd name="T98" fmla="*/ 659 w 859"/>
                <a:gd name="T99" fmla="*/ 910 h 979"/>
                <a:gd name="T100" fmla="*/ 665 w 859"/>
                <a:gd name="T101" fmla="*/ 856 h 979"/>
                <a:gd name="T102" fmla="*/ 706 w 859"/>
                <a:gd name="T103" fmla="*/ 807 h 979"/>
                <a:gd name="T104" fmla="*/ 778 w 859"/>
                <a:gd name="T105" fmla="*/ 736 h 979"/>
                <a:gd name="T106" fmla="*/ 832 w 859"/>
                <a:gd name="T107" fmla="*/ 658 h 979"/>
                <a:gd name="T108" fmla="*/ 566 w 859"/>
                <a:gd name="T109" fmla="*/ 274 h 979"/>
                <a:gd name="T110" fmla="*/ 504 w 859"/>
                <a:gd name="T111" fmla="*/ 234 h 979"/>
                <a:gd name="T112" fmla="*/ 562 w 859"/>
                <a:gd name="T113" fmla="*/ 263 h 979"/>
                <a:gd name="T114" fmla="*/ 514 w 859"/>
                <a:gd name="T115" fmla="*/ 282 h 979"/>
                <a:gd name="T116" fmla="*/ 503 w 859"/>
                <a:gd name="T117" fmla="*/ 245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59" h="979">
                  <a:moveTo>
                    <a:pt x="853" y="606"/>
                  </a:moveTo>
                  <a:cubicBezTo>
                    <a:pt x="850" y="605"/>
                    <a:pt x="848" y="606"/>
                    <a:pt x="844" y="605"/>
                  </a:cubicBezTo>
                  <a:cubicBezTo>
                    <a:pt x="841" y="604"/>
                    <a:pt x="834" y="598"/>
                    <a:pt x="832" y="595"/>
                  </a:cubicBezTo>
                  <a:cubicBezTo>
                    <a:pt x="829" y="593"/>
                    <a:pt x="825" y="592"/>
                    <a:pt x="821" y="591"/>
                  </a:cubicBezTo>
                  <a:cubicBezTo>
                    <a:pt x="813" y="592"/>
                    <a:pt x="813" y="592"/>
                    <a:pt x="813" y="592"/>
                  </a:cubicBezTo>
                  <a:cubicBezTo>
                    <a:pt x="808" y="592"/>
                    <a:pt x="807" y="588"/>
                    <a:pt x="802" y="588"/>
                  </a:cubicBezTo>
                  <a:cubicBezTo>
                    <a:pt x="800" y="588"/>
                    <a:pt x="799" y="591"/>
                    <a:pt x="797" y="591"/>
                  </a:cubicBezTo>
                  <a:cubicBezTo>
                    <a:pt x="796" y="591"/>
                    <a:pt x="796" y="591"/>
                    <a:pt x="796" y="591"/>
                  </a:cubicBezTo>
                  <a:cubicBezTo>
                    <a:pt x="796" y="587"/>
                    <a:pt x="796" y="587"/>
                    <a:pt x="795" y="585"/>
                  </a:cubicBezTo>
                  <a:cubicBezTo>
                    <a:pt x="795" y="583"/>
                    <a:pt x="793" y="584"/>
                    <a:pt x="791" y="583"/>
                  </a:cubicBezTo>
                  <a:cubicBezTo>
                    <a:pt x="788" y="581"/>
                    <a:pt x="780" y="577"/>
                    <a:pt x="776" y="577"/>
                  </a:cubicBezTo>
                  <a:cubicBezTo>
                    <a:pt x="772" y="577"/>
                    <a:pt x="769" y="581"/>
                    <a:pt x="767" y="585"/>
                  </a:cubicBezTo>
                  <a:cubicBezTo>
                    <a:pt x="767" y="586"/>
                    <a:pt x="766" y="589"/>
                    <a:pt x="765" y="589"/>
                  </a:cubicBezTo>
                  <a:cubicBezTo>
                    <a:pt x="764" y="589"/>
                    <a:pt x="764" y="587"/>
                    <a:pt x="764" y="587"/>
                  </a:cubicBezTo>
                  <a:cubicBezTo>
                    <a:pt x="758" y="587"/>
                    <a:pt x="758" y="587"/>
                    <a:pt x="758" y="587"/>
                  </a:cubicBezTo>
                  <a:cubicBezTo>
                    <a:pt x="758" y="583"/>
                    <a:pt x="757" y="582"/>
                    <a:pt x="754" y="581"/>
                  </a:cubicBezTo>
                  <a:cubicBezTo>
                    <a:pt x="753" y="580"/>
                    <a:pt x="751" y="580"/>
                    <a:pt x="751" y="578"/>
                  </a:cubicBezTo>
                  <a:cubicBezTo>
                    <a:pt x="751" y="571"/>
                    <a:pt x="758" y="569"/>
                    <a:pt x="761" y="564"/>
                  </a:cubicBezTo>
                  <a:cubicBezTo>
                    <a:pt x="761" y="562"/>
                    <a:pt x="758" y="562"/>
                    <a:pt x="757" y="560"/>
                  </a:cubicBezTo>
                  <a:cubicBezTo>
                    <a:pt x="756" y="557"/>
                    <a:pt x="753" y="550"/>
                    <a:pt x="753" y="547"/>
                  </a:cubicBezTo>
                  <a:cubicBezTo>
                    <a:pt x="749" y="546"/>
                    <a:pt x="745" y="539"/>
                    <a:pt x="741" y="539"/>
                  </a:cubicBezTo>
                  <a:cubicBezTo>
                    <a:pt x="741" y="539"/>
                    <a:pt x="741" y="539"/>
                    <a:pt x="741" y="539"/>
                  </a:cubicBezTo>
                  <a:cubicBezTo>
                    <a:pt x="741" y="538"/>
                    <a:pt x="741" y="538"/>
                    <a:pt x="741" y="538"/>
                  </a:cubicBezTo>
                  <a:cubicBezTo>
                    <a:pt x="737" y="538"/>
                    <a:pt x="734" y="535"/>
                    <a:pt x="732" y="535"/>
                  </a:cubicBezTo>
                  <a:cubicBezTo>
                    <a:pt x="726" y="535"/>
                    <a:pt x="726" y="535"/>
                    <a:pt x="726" y="535"/>
                  </a:cubicBezTo>
                  <a:cubicBezTo>
                    <a:pt x="720" y="535"/>
                    <a:pt x="711" y="535"/>
                    <a:pt x="709" y="529"/>
                  </a:cubicBezTo>
                  <a:cubicBezTo>
                    <a:pt x="708" y="529"/>
                    <a:pt x="706" y="529"/>
                    <a:pt x="706" y="528"/>
                  </a:cubicBezTo>
                  <a:cubicBezTo>
                    <a:pt x="703" y="522"/>
                    <a:pt x="701" y="523"/>
                    <a:pt x="696" y="519"/>
                  </a:cubicBezTo>
                  <a:cubicBezTo>
                    <a:pt x="690" y="519"/>
                    <a:pt x="690" y="519"/>
                    <a:pt x="690" y="519"/>
                  </a:cubicBezTo>
                  <a:cubicBezTo>
                    <a:pt x="689" y="515"/>
                    <a:pt x="690" y="512"/>
                    <a:pt x="687" y="511"/>
                  </a:cubicBezTo>
                  <a:cubicBezTo>
                    <a:pt x="683" y="510"/>
                    <a:pt x="677" y="509"/>
                    <a:pt x="677" y="506"/>
                  </a:cubicBezTo>
                  <a:cubicBezTo>
                    <a:pt x="677" y="504"/>
                    <a:pt x="677" y="504"/>
                    <a:pt x="677" y="504"/>
                  </a:cubicBezTo>
                  <a:cubicBezTo>
                    <a:pt x="677" y="505"/>
                    <a:pt x="680" y="504"/>
                    <a:pt x="680" y="504"/>
                  </a:cubicBezTo>
                  <a:cubicBezTo>
                    <a:pt x="680" y="504"/>
                    <a:pt x="676" y="503"/>
                    <a:pt x="674" y="503"/>
                  </a:cubicBezTo>
                  <a:cubicBezTo>
                    <a:pt x="674" y="503"/>
                    <a:pt x="669" y="503"/>
                    <a:pt x="669" y="504"/>
                  </a:cubicBezTo>
                  <a:cubicBezTo>
                    <a:pt x="667" y="507"/>
                    <a:pt x="665" y="506"/>
                    <a:pt x="662" y="506"/>
                  </a:cubicBezTo>
                  <a:cubicBezTo>
                    <a:pt x="660" y="506"/>
                    <a:pt x="657" y="507"/>
                    <a:pt x="657" y="503"/>
                  </a:cubicBezTo>
                  <a:cubicBezTo>
                    <a:pt x="655" y="503"/>
                    <a:pt x="648" y="503"/>
                    <a:pt x="645" y="503"/>
                  </a:cubicBezTo>
                  <a:cubicBezTo>
                    <a:pt x="643" y="503"/>
                    <a:pt x="642" y="502"/>
                    <a:pt x="642" y="500"/>
                  </a:cubicBezTo>
                  <a:cubicBezTo>
                    <a:pt x="639" y="499"/>
                    <a:pt x="634" y="499"/>
                    <a:pt x="633" y="495"/>
                  </a:cubicBezTo>
                  <a:cubicBezTo>
                    <a:pt x="629" y="495"/>
                    <a:pt x="629" y="495"/>
                    <a:pt x="629" y="495"/>
                  </a:cubicBezTo>
                  <a:cubicBezTo>
                    <a:pt x="629" y="499"/>
                    <a:pt x="632" y="495"/>
                    <a:pt x="633" y="499"/>
                  </a:cubicBezTo>
                  <a:cubicBezTo>
                    <a:pt x="628" y="499"/>
                    <a:pt x="628" y="499"/>
                    <a:pt x="628" y="499"/>
                  </a:cubicBezTo>
                  <a:cubicBezTo>
                    <a:pt x="626" y="499"/>
                    <a:pt x="622" y="500"/>
                    <a:pt x="622" y="503"/>
                  </a:cubicBezTo>
                  <a:cubicBezTo>
                    <a:pt x="622" y="506"/>
                    <a:pt x="625" y="508"/>
                    <a:pt x="625" y="511"/>
                  </a:cubicBezTo>
                  <a:cubicBezTo>
                    <a:pt x="625" y="512"/>
                    <a:pt x="623" y="514"/>
                    <a:pt x="622" y="514"/>
                  </a:cubicBezTo>
                  <a:cubicBezTo>
                    <a:pt x="620" y="514"/>
                    <a:pt x="619" y="510"/>
                    <a:pt x="619" y="508"/>
                  </a:cubicBezTo>
                  <a:cubicBezTo>
                    <a:pt x="619" y="505"/>
                    <a:pt x="620" y="502"/>
                    <a:pt x="621" y="498"/>
                  </a:cubicBezTo>
                  <a:cubicBezTo>
                    <a:pt x="622" y="498"/>
                    <a:pt x="623" y="497"/>
                    <a:pt x="623" y="496"/>
                  </a:cubicBezTo>
                  <a:cubicBezTo>
                    <a:pt x="623" y="495"/>
                    <a:pt x="622" y="493"/>
                    <a:pt x="621" y="493"/>
                  </a:cubicBezTo>
                  <a:cubicBezTo>
                    <a:pt x="618" y="493"/>
                    <a:pt x="617" y="496"/>
                    <a:pt x="614" y="497"/>
                  </a:cubicBezTo>
                  <a:cubicBezTo>
                    <a:pt x="609" y="499"/>
                    <a:pt x="605" y="500"/>
                    <a:pt x="600" y="502"/>
                  </a:cubicBezTo>
                  <a:cubicBezTo>
                    <a:pt x="597" y="503"/>
                    <a:pt x="595" y="503"/>
                    <a:pt x="594" y="507"/>
                  </a:cubicBezTo>
                  <a:cubicBezTo>
                    <a:pt x="593" y="509"/>
                    <a:pt x="593" y="512"/>
                    <a:pt x="592" y="513"/>
                  </a:cubicBezTo>
                  <a:cubicBezTo>
                    <a:pt x="590" y="513"/>
                    <a:pt x="587" y="514"/>
                    <a:pt x="587" y="516"/>
                  </a:cubicBezTo>
                  <a:cubicBezTo>
                    <a:pt x="587" y="516"/>
                    <a:pt x="585" y="517"/>
                    <a:pt x="585" y="518"/>
                  </a:cubicBezTo>
                  <a:cubicBezTo>
                    <a:pt x="585" y="518"/>
                    <a:pt x="585" y="518"/>
                    <a:pt x="585" y="519"/>
                  </a:cubicBezTo>
                  <a:cubicBezTo>
                    <a:pt x="585" y="519"/>
                    <a:pt x="585" y="519"/>
                    <a:pt x="583" y="519"/>
                  </a:cubicBezTo>
                  <a:cubicBezTo>
                    <a:pt x="583" y="519"/>
                    <a:pt x="583" y="519"/>
                    <a:pt x="583" y="519"/>
                  </a:cubicBezTo>
                  <a:cubicBezTo>
                    <a:pt x="580" y="516"/>
                    <a:pt x="577" y="511"/>
                    <a:pt x="571" y="511"/>
                  </a:cubicBezTo>
                  <a:cubicBezTo>
                    <a:pt x="565" y="511"/>
                    <a:pt x="562" y="516"/>
                    <a:pt x="557" y="516"/>
                  </a:cubicBezTo>
                  <a:cubicBezTo>
                    <a:pt x="553" y="516"/>
                    <a:pt x="552" y="512"/>
                    <a:pt x="550" y="510"/>
                  </a:cubicBezTo>
                  <a:cubicBezTo>
                    <a:pt x="546" y="509"/>
                    <a:pt x="541" y="507"/>
                    <a:pt x="541" y="502"/>
                  </a:cubicBezTo>
                  <a:cubicBezTo>
                    <a:pt x="541" y="498"/>
                    <a:pt x="541" y="493"/>
                    <a:pt x="541" y="488"/>
                  </a:cubicBezTo>
                  <a:cubicBezTo>
                    <a:pt x="545" y="486"/>
                    <a:pt x="545" y="480"/>
                    <a:pt x="545" y="478"/>
                  </a:cubicBezTo>
                  <a:cubicBezTo>
                    <a:pt x="545" y="477"/>
                    <a:pt x="545" y="476"/>
                    <a:pt x="545" y="474"/>
                  </a:cubicBezTo>
                  <a:cubicBezTo>
                    <a:pt x="541" y="474"/>
                    <a:pt x="539" y="470"/>
                    <a:pt x="533" y="470"/>
                  </a:cubicBezTo>
                  <a:cubicBezTo>
                    <a:pt x="525" y="470"/>
                    <a:pt x="519" y="471"/>
                    <a:pt x="512" y="471"/>
                  </a:cubicBezTo>
                  <a:cubicBezTo>
                    <a:pt x="510" y="471"/>
                    <a:pt x="509" y="470"/>
                    <a:pt x="509" y="469"/>
                  </a:cubicBezTo>
                  <a:cubicBezTo>
                    <a:pt x="509" y="468"/>
                    <a:pt x="509" y="468"/>
                    <a:pt x="509" y="467"/>
                  </a:cubicBezTo>
                  <a:cubicBezTo>
                    <a:pt x="509" y="466"/>
                    <a:pt x="513" y="465"/>
                    <a:pt x="513" y="463"/>
                  </a:cubicBezTo>
                  <a:cubicBezTo>
                    <a:pt x="513" y="460"/>
                    <a:pt x="513" y="457"/>
                    <a:pt x="513" y="454"/>
                  </a:cubicBezTo>
                  <a:cubicBezTo>
                    <a:pt x="517" y="451"/>
                    <a:pt x="516" y="450"/>
                    <a:pt x="516" y="446"/>
                  </a:cubicBezTo>
                  <a:cubicBezTo>
                    <a:pt x="516" y="442"/>
                    <a:pt x="521" y="438"/>
                    <a:pt x="521" y="435"/>
                  </a:cubicBezTo>
                  <a:cubicBezTo>
                    <a:pt x="521" y="434"/>
                    <a:pt x="521" y="433"/>
                    <a:pt x="521" y="433"/>
                  </a:cubicBezTo>
                  <a:cubicBezTo>
                    <a:pt x="521" y="433"/>
                    <a:pt x="517" y="432"/>
                    <a:pt x="516" y="432"/>
                  </a:cubicBezTo>
                  <a:cubicBezTo>
                    <a:pt x="515" y="432"/>
                    <a:pt x="513" y="431"/>
                    <a:pt x="511" y="431"/>
                  </a:cubicBezTo>
                  <a:cubicBezTo>
                    <a:pt x="505" y="431"/>
                    <a:pt x="497" y="434"/>
                    <a:pt x="497" y="440"/>
                  </a:cubicBezTo>
                  <a:cubicBezTo>
                    <a:pt x="497" y="444"/>
                    <a:pt x="494" y="447"/>
                    <a:pt x="493" y="449"/>
                  </a:cubicBezTo>
                  <a:cubicBezTo>
                    <a:pt x="492" y="450"/>
                    <a:pt x="491" y="453"/>
                    <a:pt x="490" y="453"/>
                  </a:cubicBezTo>
                  <a:cubicBezTo>
                    <a:pt x="489" y="453"/>
                    <a:pt x="488" y="452"/>
                    <a:pt x="485" y="452"/>
                  </a:cubicBezTo>
                  <a:cubicBezTo>
                    <a:pt x="481" y="452"/>
                    <a:pt x="477" y="455"/>
                    <a:pt x="473" y="455"/>
                  </a:cubicBezTo>
                  <a:cubicBezTo>
                    <a:pt x="471" y="455"/>
                    <a:pt x="471" y="453"/>
                    <a:pt x="469" y="452"/>
                  </a:cubicBezTo>
                  <a:cubicBezTo>
                    <a:pt x="463" y="450"/>
                    <a:pt x="463" y="446"/>
                    <a:pt x="459" y="442"/>
                  </a:cubicBezTo>
                  <a:cubicBezTo>
                    <a:pt x="457" y="441"/>
                    <a:pt x="454" y="437"/>
                    <a:pt x="453" y="436"/>
                  </a:cubicBezTo>
                  <a:cubicBezTo>
                    <a:pt x="453" y="434"/>
                    <a:pt x="453" y="432"/>
                    <a:pt x="452" y="430"/>
                  </a:cubicBezTo>
                  <a:cubicBezTo>
                    <a:pt x="451" y="429"/>
                    <a:pt x="449" y="428"/>
                    <a:pt x="449" y="426"/>
                  </a:cubicBezTo>
                  <a:cubicBezTo>
                    <a:pt x="449" y="413"/>
                    <a:pt x="449" y="413"/>
                    <a:pt x="449" y="413"/>
                  </a:cubicBezTo>
                  <a:cubicBezTo>
                    <a:pt x="453" y="410"/>
                    <a:pt x="452" y="408"/>
                    <a:pt x="452" y="404"/>
                  </a:cubicBezTo>
                  <a:cubicBezTo>
                    <a:pt x="452" y="403"/>
                    <a:pt x="452" y="402"/>
                    <a:pt x="452" y="400"/>
                  </a:cubicBezTo>
                  <a:cubicBezTo>
                    <a:pt x="452" y="400"/>
                    <a:pt x="452" y="400"/>
                    <a:pt x="452" y="400"/>
                  </a:cubicBezTo>
                  <a:cubicBezTo>
                    <a:pt x="452" y="400"/>
                    <a:pt x="452" y="400"/>
                    <a:pt x="453" y="400"/>
                  </a:cubicBezTo>
                  <a:cubicBezTo>
                    <a:pt x="453" y="399"/>
                    <a:pt x="452" y="398"/>
                    <a:pt x="452" y="398"/>
                  </a:cubicBezTo>
                  <a:cubicBezTo>
                    <a:pt x="452" y="391"/>
                    <a:pt x="455" y="385"/>
                    <a:pt x="460" y="383"/>
                  </a:cubicBezTo>
                  <a:cubicBezTo>
                    <a:pt x="462" y="382"/>
                    <a:pt x="464" y="384"/>
                    <a:pt x="466" y="382"/>
                  </a:cubicBezTo>
                  <a:cubicBezTo>
                    <a:pt x="468" y="379"/>
                    <a:pt x="472" y="373"/>
                    <a:pt x="478" y="373"/>
                  </a:cubicBezTo>
                  <a:cubicBezTo>
                    <a:pt x="481" y="373"/>
                    <a:pt x="482" y="376"/>
                    <a:pt x="485" y="376"/>
                  </a:cubicBezTo>
                  <a:cubicBezTo>
                    <a:pt x="486" y="376"/>
                    <a:pt x="487" y="374"/>
                    <a:pt x="488" y="374"/>
                  </a:cubicBezTo>
                  <a:cubicBezTo>
                    <a:pt x="492" y="374"/>
                    <a:pt x="498" y="381"/>
                    <a:pt x="504" y="378"/>
                  </a:cubicBezTo>
                  <a:cubicBezTo>
                    <a:pt x="502" y="377"/>
                    <a:pt x="504" y="374"/>
                    <a:pt x="504" y="371"/>
                  </a:cubicBezTo>
                  <a:cubicBezTo>
                    <a:pt x="502" y="372"/>
                    <a:pt x="503" y="372"/>
                    <a:pt x="501" y="371"/>
                  </a:cubicBezTo>
                  <a:cubicBezTo>
                    <a:pt x="504" y="370"/>
                    <a:pt x="509" y="370"/>
                    <a:pt x="513" y="369"/>
                  </a:cubicBezTo>
                  <a:cubicBezTo>
                    <a:pt x="513" y="370"/>
                    <a:pt x="514" y="371"/>
                    <a:pt x="514" y="371"/>
                  </a:cubicBezTo>
                  <a:cubicBezTo>
                    <a:pt x="516" y="371"/>
                    <a:pt x="517" y="369"/>
                    <a:pt x="520" y="369"/>
                  </a:cubicBezTo>
                  <a:cubicBezTo>
                    <a:pt x="526" y="369"/>
                    <a:pt x="528" y="374"/>
                    <a:pt x="532" y="374"/>
                  </a:cubicBezTo>
                  <a:cubicBezTo>
                    <a:pt x="534" y="374"/>
                    <a:pt x="535" y="372"/>
                    <a:pt x="537" y="372"/>
                  </a:cubicBezTo>
                  <a:cubicBezTo>
                    <a:pt x="547" y="372"/>
                    <a:pt x="544" y="385"/>
                    <a:pt x="548" y="393"/>
                  </a:cubicBezTo>
                  <a:cubicBezTo>
                    <a:pt x="550" y="396"/>
                    <a:pt x="552" y="397"/>
                    <a:pt x="555" y="401"/>
                  </a:cubicBezTo>
                  <a:cubicBezTo>
                    <a:pt x="556" y="403"/>
                    <a:pt x="556" y="407"/>
                    <a:pt x="559" y="407"/>
                  </a:cubicBezTo>
                  <a:cubicBezTo>
                    <a:pt x="563" y="407"/>
                    <a:pt x="564" y="402"/>
                    <a:pt x="564" y="398"/>
                  </a:cubicBezTo>
                  <a:cubicBezTo>
                    <a:pt x="564" y="394"/>
                    <a:pt x="561" y="391"/>
                    <a:pt x="561" y="389"/>
                  </a:cubicBezTo>
                  <a:cubicBezTo>
                    <a:pt x="561" y="387"/>
                    <a:pt x="561" y="387"/>
                    <a:pt x="561" y="387"/>
                  </a:cubicBezTo>
                  <a:cubicBezTo>
                    <a:pt x="561" y="380"/>
                    <a:pt x="555" y="378"/>
                    <a:pt x="555" y="370"/>
                  </a:cubicBezTo>
                  <a:cubicBezTo>
                    <a:pt x="555" y="354"/>
                    <a:pt x="569" y="350"/>
                    <a:pt x="579" y="344"/>
                  </a:cubicBezTo>
                  <a:cubicBezTo>
                    <a:pt x="579" y="343"/>
                    <a:pt x="579" y="343"/>
                    <a:pt x="579" y="343"/>
                  </a:cubicBezTo>
                  <a:cubicBezTo>
                    <a:pt x="580" y="342"/>
                    <a:pt x="580" y="341"/>
                    <a:pt x="583" y="340"/>
                  </a:cubicBezTo>
                  <a:cubicBezTo>
                    <a:pt x="584" y="340"/>
                    <a:pt x="586" y="338"/>
                    <a:pt x="588" y="338"/>
                  </a:cubicBezTo>
                  <a:cubicBezTo>
                    <a:pt x="590" y="337"/>
                    <a:pt x="591" y="336"/>
                    <a:pt x="591" y="335"/>
                  </a:cubicBezTo>
                  <a:cubicBezTo>
                    <a:pt x="589" y="333"/>
                    <a:pt x="589" y="333"/>
                    <a:pt x="589" y="333"/>
                  </a:cubicBezTo>
                  <a:cubicBezTo>
                    <a:pt x="589" y="332"/>
                    <a:pt x="589" y="332"/>
                    <a:pt x="589" y="332"/>
                  </a:cubicBezTo>
                  <a:cubicBezTo>
                    <a:pt x="589" y="332"/>
                    <a:pt x="592" y="332"/>
                    <a:pt x="592" y="329"/>
                  </a:cubicBezTo>
                  <a:cubicBezTo>
                    <a:pt x="591" y="329"/>
                    <a:pt x="590" y="329"/>
                    <a:pt x="590" y="327"/>
                  </a:cubicBezTo>
                  <a:cubicBezTo>
                    <a:pt x="591" y="327"/>
                    <a:pt x="593" y="326"/>
                    <a:pt x="593" y="325"/>
                  </a:cubicBezTo>
                  <a:cubicBezTo>
                    <a:pt x="593" y="324"/>
                    <a:pt x="593" y="323"/>
                    <a:pt x="593" y="323"/>
                  </a:cubicBezTo>
                  <a:cubicBezTo>
                    <a:pt x="593" y="323"/>
                    <a:pt x="591" y="323"/>
                    <a:pt x="590" y="323"/>
                  </a:cubicBezTo>
                  <a:cubicBezTo>
                    <a:pt x="589" y="319"/>
                    <a:pt x="590" y="322"/>
                    <a:pt x="590" y="319"/>
                  </a:cubicBezTo>
                  <a:cubicBezTo>
                    <a:pt x="590" y="317"/>
                    <a:pt x="589" y="313"/>
                    <a:pt x="589" y="311"/>
                  </a:cubicBezTo>
                  <a:cubicBezTo>
                    <a:pt x="589" y="311"/>
                    <a:pt x="589" y="309"/>
                    <a:pt x="590" y="308"/>
                  </a:cubicBezTo>
                  <a:cubicBezTo>
                    <a:pt x="590" y="310"/>
                    <a:pt x="593" y="314"/>
                    <a:pt x="593" y="316"/>
                  </a:cubicBezTo>
                  <a:cubicBezTo>
                    <a:pt x="593" y="316"/>
                    <a:pt x="593" y="317"/>
                    <a:pt x="593" y="318"/>
                  </a:cubicBezTo>
                  <a:cubicBezTo>
                    <a:pt x="593" y="318"/>
                    <a:pt x="593" y="319"/>
                    <a:pt x="593" y="319"/>
                  </a:cubicBezTo>
                  <a:cubicBezTo>
                    <a:pt x="594" y="319"/>
                    <a:pt x="598" y="311"/>
                    <a:pt x="598" y="310"/>
                  </a:cubicBezTo>
                  <a:cubicBezTo>
                    <a:pt x="598" y="308"/>
                    <a:pt x="596" y="308"/>
                    <a:pt x="596" y="306"/>
                  </a:cubicBezTo>
                  <a:cubicBezTo>
                    <a:pt x="597" y="305"/>
                    <a:pt x="597" y="305"/>
                    <a:pt x="597" y="305"/>
                  </a:cubicBezTo>
                  <a:cubicBezTo>
                    <a:pt x="597" y="305"/>
                    <a:pt x="598" y="306"/>
                    <a:pt x="599" y="306"/>
                  </a:cubicBezTo>
                  <a:cubicBezTo>
                    <a:pt x="600" y="306"/>
                    <a:pt x="604" y="299"/>
                    <a:pt x="605" y="297"/>
                  </a:cubicBezTo>
                  <a:cubicBezTo>
                    <a:pt x="605" y="297"/>
                    <a:pt x="603" y="295"/>
                    <a:pt x="603" y="294"/>
                  </a:cubicBezTo>
                  <a:cubicBezTo>
                    <a:pt x="603" y="293"/>
                    <a:pt x="604" y="293"/>
                    <a:pt x="604" y="292"/>
                  </a:cubicBezTo>
                  <a:cubicBezTo>
                    <a:pt x="605" y="292"/>
                    <a:pt x="606" y="293"/>
                    <a:pt x="606" y="293"/>
                  </a:cubicBezTo>
                  <a:cubicBezTo>
                    <a:pt x="609" y="293"/>
                    <a:pt x="612" y="292"/>
                    <a:pt x="615" y="291"/>
                  </a:cubicBezTo>
                  <a:cubicBezTo>
                    <a:pt x="613" y="290"/>
                    <a:pt x="611" y="291"/>
                    <a:pt x="609" y="291"/>
                  </a:cubicBezTo>
                  <a:cubicBezTo>
                    <a:pt x="607" y="291"/>
                    <a:pt x="607" y="291"/>
                    <a:pt x="607" y="291"/>
                  </a:cubicBezTo>
                  <a:cubicBezTo>
                    <a:pt x="611" y="287"/>
                    <a:pt x="620" y="290"/>
                    <a:pt x="625" y="286"/>
                  </a:cubicBezTo>
                  <a:cubicBezTo>
                    <a:pt x="626" y="287"/>
                    <a:pt x="629" y="287"/>
                    <a:pt x="633" y="286"/>
                  </a:cubicBezTo>
                  <a:cubicBezTo>
                    <a:pt x="633" y="284"/>
                    <a:pt x="633" y="284"/>
                    <a:pt x="633" y="284"/>
                  </a:cubicBezTo>
                  <a:cubicBezTo>
                    <a:pt x="633" y="284"/>
                    <a:pt x="630" y="286"/>
                    <a:pt x="630" y="286"/>
                  </a:cubicBezTo>
                  <a:cubicBezTo>
                    <a:pt x="628" y="286"/>
                    <a:pt x="627" y="283"/>
                    <a:pt x="627" y="282"/>
                  </a:cubicBezTo>
                  <a:cubicBezTo>
                    <a:pt x="626" y="282"/>
                    <a:pt x="626" y="280"/>
                    <a:pt x="626" y="280"/>
                  </a:cubicBezTo>
                  <a:cubicBezTo>
                    <a:pt x="626" y="271"/>
                    <a:pt x="633" y="269"/>
                    <a:pt x="637" y="265"/>
                  </a:cubicBezTo>
                  <a:cubicBezTo>
                    <a:pt x="639" y="264"/>
                    <a:pt x="639" y="265"/>
                    <a:pt x="642" y="265"/>
                  </a:cubicBezTo>
                  <a:cubicBezTo>
                    <a:pt x="645" y="265"/>
                    <a:pt x="648" y="264"/>
                    <a:pt x="649" y="261"/>
                  </a:cubicBezTo>
                  <a:cubicBezTo>
                    <a:pt x="649" y="261"/>
                    <a:pt x="649" y="260"/>
                    <a:pt x="649" y="259"/>
                  </a:cubicBezTo>
                  <a:cubicBezTo>
                    <a:pt x="649" y="259"/>
                    <a:pt x="649" y="259"/>
                    <a:pt x="649" y="259"/>
                  </a:cubicBezTo>
                  <a:cubicBezTo>
                    <a:pt x="649" y="259"/>
                    <a:pt x="649" y="259"/>
                    <a:pt x="649" y="259"/>
                  </a:cubicBezTo>
                  <a:cubicBezTo>
                    <a:pt x="649" y="259"/>
                    <a:pt x="650" y="259"/>
                    <a:pt x="651" y="259"/>
                  </a:cubicBezTo>
                  <a:cubicBezTo>
                    <a:pt x="652" y="259"/>
                    <a:pt x="658" y="259"/>
                    <a:pt x="660" y="258"/>
                  </a:cubicBezTo>
                  <a:cubicBezTo>
                    <a:pt x="662" y="257"/>
                    <a:pt x="662" y="254"/>
                    <a:pt x="665" y="253"/>
                  </a:cubicBezTo>
                  <a:cubicBezTo>
                    <a:pt x="665" y="257"/>
                    <a:pt x="665" y="257"/>
                    <a:pt x="668" y="257"/>
                  </a:cubicBezTo>
                  <a:cubicBezTo>
                    <a:pt x="663" y="257"/>
                    <a:pt x="655" y="261"/>
                    <a:pt x="655" y="266"/>
                  </a:cubicBezTo>
                  <a:cubicBezTo>
                    <a:pt x="655" y="268"/>
                    <a:pt x="658" y="271"/>
                    <a:pt x="660" y="271"/>
                  </a:cubicBezTo>
                  <a:cubicBezTo>
                    <a:pt x="661" y="271"/>
                    <a:pt x="666" y="265"/>
                    <a:pt x="670" y="264"/>
                  </a:cubicBezTo>
                  <a:cubicBezTo>
                    <a:pt x="671" y="264"/>
                    <a:pt x="687" y="258"/>
                    <a:pt x="687" y="256"/>
                  </a:cubicBezTo>
                  <a:cubicBezTo>
                    <a:pt x="687" y="253"/>
                    <a:pt x="681" y="253"/>
                    <a:pt x="679" y="253"/>
                  </a:cubicBezTo>
                  <a:cubicBezTo>
                    <a:pt x="673" y="253"/>
                    <a:pt x="662" y="247"/>
                    <a:pt x="662" y="241"/>
                  </a:cubicBezTo>
                  <a:cubicBezTo>
                    <a:pt x="662" y="240"/>
                    <a:pt x="664" y="238"/>
                    <a:pt x="665" y="236"/>
                  </a:cubicBezTo>
                  <a:cubicBezTo>
                    <a:pt x="664" y="236"/>
                    <a:pt x="661" y="235"/>
                    <a:pt x="659" y="235"/>
                  </a:cubicBezTo>
                  <a:cubicBezTo>
                    <a:pt x="660" y="233"/>
                    <a:pt x="669" y="232"/>
                    <a:pt x="669" y="228"/>
                  </a:cubicBezTo>
                  <a:cubicBezTo>
                    <a:pt x="669" y="223"/>
                    <a:pt x="662" y="224"/>
                    <a:pt x="657" y="224"/>
                  </a:cubicBezTo>
                  <a:cubicBezTo>
                    <a:pt x="647" y="224"/>
                    <a:pt x="642" y="231"/>
                    <a:pt x="636" y="232"/>
                  </a:cubicBezTo>
                  <a:cubicBezTo>
                    <a:pt x="638" y="226"/>
                    <a:pt x="643" y="228"/>
                    <a:pt x="648" y="223"/>
                  </a:cubicBezTo>
                  <a:cubicBezTo>
                    <a:pt x="651" y="220"/>
                    <a:pt x="649" y="218"/>
                    <a:pt x="654" y="216"/>
                  </a:cubicBezTo>
                  <a:cubicBezTo>
                    <a:pt x="662" y="214"/>
                    <a:pt x="667" y="215"/>
                    <a:pt x="676" y="215"/>
                  </a:cubicBezTo>
                  <a:cubicBezTo>
                    <a:pt x="687" y="215"/>
                    <a:pt x="694" y="219"/>
                    <a:pt x="700" y="210"/>
                  </a:cubicBezTo>
                  <a:cubicBezTo>
                    <a:pt x="704" y="206"/>
                    <a:pt x="722" y="205"/>
                    <a:pt x="722" y="198"/>
                  </a:cubicBezTo>
                  <a:cubicBezTo>
                    <a:pt x="722" y="192"/>
                    <a:pt x="720" y="190"/>
                    <a:pt x="718" y="187"/>
                  </a:cubicBezTo>
                  <a:cubicBezTo>
                    <a:pt x="717" y="187"/>
                    <a:pt x="717" y="185"/>
                    <a:pt x="717" y="183"/>
                  </a:cubicBezTo>
                  <a:cubicBezTo>
                    <a:pt x="717" y="181"/>
                    <a:pt x="717" y="181"/>
                    <a:pt x="717" y="181"/>
                  </a:cubicBezTo>
                  <a:cubicBezTo>
                    <a:pt x="709" y="184"/>
                    <a:pt x="701" y="187"/>
                    <a:pt x="695" y="187"/>
                  </a:cubicBezTo>
                  <a:cubicBezTo>
                    <a:pt x="694" y="187"/>
                    <a:pt x="693" y="187"/>
                    <a:pt x="693" y="187"/>
                  </a:cubicBezTo>
                  <a:cubicBezTo>
                    <a:pt x="697" y="184"/>
                    <a:pt x="710" y="182"/>
                    <a:pt x="711" y="178"/>
                  </a:cubicBezTo>
                  <a:cubicBezTo>
                    <a:pt x="711" y="177"/>
                    <a:pt x="710" y="177"/>
                    <a:pt x="710" y="175"/>
                  </a:cubicBezTo>
                  <a:cubicBezTo>
                    <a:pt x="704" y="176"/>
                    <a:pt x="693" y="174"/>
                    <a:pt x="693" y="166"/>
                  </a:cubicBezTo>
                  <a:cubicBezTo>
                    <a:pt x="693" y="165"/>
                    <a:pt x="693" y="165"/>
                    <a:pt x="693" y="165"/>
                  </a:cubicBezTo>
                  <a:cubicBezTo>
                    <a:pt x="685" y="165"/>
                    <a:pt x="685" y="162"/>
                    <a:pt x="682" y="160"/>
                  </a:cubicBezTo>
                  <a:cubicBezTo>
                    <a:pt x="683" y="159"/>
                    <a:pt x="685" y="158"/>
                    <a:pt x="685" y="156"/>
                  </a:cubicBezTo>
                  <a:cubicBezTo>
                    <a:pt x="685" y="153"/>
                    <a:pt x="683" y="152"/>
                    <a:pt x="683" y="149"/>
                  </a:cubicBezTo>
                  <a:cubicBezTo>
                    <a:pt x="681" y="149"/>
                    <a:pt x="674" y="144"/>
                    <a:pt x="675" y="140"/>
                  </a:cubicBezTo>
                  <a:cubicBezTo>
                    <a:pt x="678" y="135"/>
                    <a:pt x="668" y="133"/>
                    <a:pt x="667" y="127"/>
                  </a:cubicBezTo>
                  <a:cubicBezTo>
                    <a:pt x="667" y="127"/>
                    <a:pt x="665" y="125"/>
                    <a:pt x="664" y="124"/>
                  </a:cubicBezTo>
                  <a:cubicBezTo>
                    <a:pt x="662" y="126"/>
                    <a:pt x="658" y="128"/>
                    <a:pt x="658" y="131"/>
                  </a:cubicBezTo>
                  <a:cubicBezTo>
                    <a:pt x="658" y="134"/>
                    <a:pt x="651" y="143"/>
                    <a:pt x="645" y="143"/>
                  </a:cubicBezTo>
                  <a:cubicBezTo>
                    <a:pt x="641" y="143"/>
                    <a:pt x="641" y="138"/>
                    <a:pt x="638" y="138"/>
                  </a:cubicBezTo>
                  <a:cubicBezTo>
                    <a:pt x="634" y="138"/>
                    <a:pt x="633" y="126"/>
                    <a:pt x="632" y="122"/>
                  </a:cubicBezTo>
                  <a:cubicBezTo>
                    <a:pt x="631" y="115"/>
                    <a:pt x="619" y="120"/>
                    <a:pt x="619" y="112"/>
                  </a:cubicBezTo>
                  <a:cubicBezTo>
                    <a:pt x="612" y="111"/>
                    <a:pt x="611" y="103"/>
                    <a:pt x="605" y="103"/>
                  </a:cubicBezTo>
                  <a:cubicBezTo>
                    <a:pt x="602" y="103"/>
                    <a:pt x="602" y="105"/>
                    <a:pt x="598" y="105"/>
                  </a:cubicBezTo>
                  <a:cubicBezTo>
                    <a:pt x="592" y="105"/>
                    <a:pt x="588" y="101"/>
                    <a:pt x="581" y="101"/>
                  </a:cubicBezTo>
                  <a:cubicBezTo>
                    <a:pt x="578" y="101"/>
                    <a:pt x="575" y="103"/>
                    <a:pt x="575" y="107"/>
                  </a:cubicBezTo>
                  <a:cubicBezTo>
                    <a:pt x="575" y="109"/>
                    <a:pt x="583" y="113"/>
                    <a:pt x="575" y="117"/>
                  </a:cubicBezTo>
                  <a:cubicBezTo>
                    <a:pt x="572" y="119"/>
                    <a:pt x="579" y="124"/>
                    <a:pt x="580" y="127"/>
                  </a:cubicBezTo>
                  <a:cubicBezTo>
                    <a:pt x="581" y="134"/>
                    <a:pt x="574" y="136"/>
                    <a:pt x="571" y="137"/>
                  </a:cubicBezTo>
                  <a:cubicBezTo>
                    <a:pt x="576" y="146"/>
                    <a:pt x="584" y="149"/>
                    <a:pt x="584" y="164"/>
                  </a:cubicBezTo>
                  <a:cubicBezTo>
                    <a:pt x="584" y="168"/>
                    <a:pt x="571" y="178"/>
                    <a:pt x="566" y="179"/>
                  </a:cubicBezTo>
                  <a:cubicBezTo>
                    <a:pt x="574" y="183"/>
                    <a:pt x="571" y="195"/>
                    <a:pt x="574" y="199"/>
                  </a:cubicBezTo>
                  <a:cubicBezTo>
                    <a:pt x="573" y="200"/>
                    <a:pt x="570" y="202"/>
                    <a:pt x="570" y="204"/>
                  </a:cubicBezTo>
                  <a:cubicBezTo>
                    <a:pt x="567" y="204"/>
                    <a:pt x="565" y="209"/>
                    <a:pt x="563" y="207"/>
                  </a:cubicBezTo>
                  <a:cubicBezTo>
                    <a:pt x="558" y="203"/>
                    <a:pt x="550" y="195"/>
                    <a:pt x="550" y="189"/>
                  </a:cubicBezTo>
                  <a:cubicBezTo>
                    <a:pt x="550" y="181"/>
                    <a:pt x="551" y="175"/>
                    <a:pt x="545" y="171"/>
                  </a:cubicBezTo>
                  <a:cubicBezTo>
                    <a:pt x="530" y="171"/>
                    <a:pt x="530" y="171"/>
                    <a:pt x="530" y="171"/>
                  </a:cubicBezTo>
                  <a:cubicBezTo>
                    <a:pt x="521" y="167"/>
                    <a:pt x="512" y="162"/>
                    <a:pt x="502" y="158"/>
                  </a:cubicBezTo>
                  <a:cubicBezTo>
                    <a:pt x="500" y="157"/>
                    <a:pt x="495" y="154"/>
                    <a:pt x="492" y="154"/>
                  </a:cubicBezTo>
                  <a:cubicBezTo>
                    <a:pt x="488" y="154"/>
                    <a:pt x="487" y="157"/>
                    <a:pt x="483" y="157"/>
                  </a:cubicBezTo>
                  <a:cubicBezTo>
                    <a:pt x="483" y="152"/>
                    <a:pt x="480" y="139"/>
                    <a:pt x="475" y="139"/>
                  </a:cubicBezTo>
                  <a:cubicBezTo>
                    <a:pt x="472" y="139"/>
                    <a:pt x="471" y="141"/>
                    <a:pt x="469" y="141"/>
                  </a:cubicBezTo>
                  <a:cubicBezTo>
                    <a:pt x="470" y="139"/>
                    <a:pt x="469" y="138"/>
                    <a:pt x="469" y="131"/>
                  </a:cubicBezTo>
                  <a:cubicBezTo>
                    <a:pt x="469" y="122"/>
                    <a:pt x="472" y="117"/>
                    <a:pt x="477" y="112"/>
                  </a:cubicBezTo>
                  <a:cubicBezTo>
                    <a:pt x="479" y="110"/>
                    <a:pt x="483" y="101"/>
                    <a:pt x="485" y="100"/>
                  </a:cubicBezTo>
                  <a:cubicBezTo>
                    <a:pt x="488" y="99"/>
                    <a:pt x="495" y="101"/>
                    <a:pt x="495" y="96"/>
                  </a:cubicBezTo>
                  <a:cubicBezTo>
                    <a:pt x="495" y="92"/>
                    <a:pt x="486" y="92"/>
                    <a:pt x="483" y="90"/>
                  </a:cubicBezTo>
                  <a:cubicBezTo>
                    <a:pt x="485" y="91"/>
                    <a:pt x="479" y="86"/>
                    <a:pt x="497" y="92"/>
                  </a:cubicBezTo>
                  <a:cubicBezTo>
                    <a:pt x="502" y="93"/>
                    <a:pt x="499" y="87"/>
                    <a:pt x="502" y="87"/>
                  </a:cubicBezTo>
                  <a:cubicBezTo>
                    <a:pt x="502" y="87"/>
                    <a:pt x="504" y="87"/>
                    <a:pt x="507" y="87"/>
                  </a:cubicBezTo>
                  <a:cubicBezTo>
                    <a:pt x="512" y="87"/>
                    <a:pt x="513" y="81"/>
                    <a:pt x="517" y="79"/>
                  </a:cubicBezTo>
                  <a:cubicBezTo>
                    <a:pt x="517" y="75"/>
                    <a:pt x="517" y="75"/>
                    <a:pt x="517" y="75"/>
                  </a:cubicBezTo>
                  <a:cubicBezTo>
                    <a:pt x="509" y="73"/>
                    <a:pt x="503" y="75"/>
                    <a:pt x="500" y="67"/>
                  </a:cubicBezTo>
                  <a:cubicBezTo>
                    <a:pt x="500" y="67"/>
                    <a:pt x="502" y="67"/>
                    <a:pt x="504" y="67"/>
                  </a:cubicBezTo>
                  <a:cubicBezTo>
                    <a:pt x="507" y="71"/>
                    <a:pt x="510" y="73"/>
                    <a:pt x="514" y="73"/>
                  </a:cubicBezTo>
                  <a:cubicBezTo>
                    <a:pt x="518" y="73"/>
                    <a:pt x="524" y="68"/>
                    <a:pt x="524" y="65"/>
                  </a:cubicBezTo>
                  <a:cubicBezTo>
                    <a:pt x="524" y="64"/>
                    <a:pt x="521" y="60"/>
                    <a:pt x="523" y="60"/>
                  </a:cubicBezTo>
                  <a:cubicBezTo>
                    <a:pt x="528" y="60"/>
                    <a:pt x="529" y="65"/>
                    <a:pt x="533" y="65"/>
                  </a:cubicBezTo>
                  <a:cubicBezTo>
                    <a:pt x="535" y="65"/>
                    <a:pt x="536" y="63"/>
                    <a:pt x="540" y="63"/>
                  </a:cubicBezTo>
                  <a:cubicBezTo>
                    <a:pt x="539" y="62"/>
                    <a:pt x="540" y="58"/>
                    <a:pt x="543" y="62"/>
                  </a:cubicBezTo>
                  <a:cubicBezTo>
                    <a:pt x="544" y="64"/>
                    <a:pt x="556" y="54"/>
                    <a:pt x="556" y="51"/>
                  </a:cubicBezTo>
                  <a:cubicBezTo>
                    <a:pt x="556" y="49"/>
                    <a:pt x="551" y="47"/>
                    <a:pt x="551" y="46"/>
                  </a:cubicBezTo>
                  <a:cubicBezTo>
                    <a:pt x="551" y="44"/>
                    <a:pt x="548" y="41"/>
                    <a:pt x="555" y="37"/>
                  </a:cubicBezTo>
                  <a:cubicBezTo>
                    <a:pt x="556" y="35"/>
                    <a:pt x="555" y="35"/>
                    <a:pt x="555" y="31"/>
                  </a:cubicBezTo>
                  <a:cubicBezTo>
                    <a:pt x="548" y="31"/>
                    <a:pt x="549" y="26"/>
                    <a:pt x="540" y="26"/>
                  </a:cubicBezTo>
                  <a:cubicBezTo>
                    <a:pt x="538" y="26"/>
                    <a:pt x="536" y="24"/>
                    <a:pt x="534" y="24"/>
                  </a:cubicBezTo>
                  <a:cubicBezTo>
                    <a:pt x="532" y="24"/>
                    <a:pt x="529" y="26"/>
                    <a:pt x="529" y="29"/>
                  </a:cubicBezTo>
                  <a:cubicBezTo>
                    <a:pt x="529" y="32"/>
                    <a:pt x="532" y="33"/>
                    <a:pt x="532" y="35"/>
                  </a:cubicBezTo>
                  <a:cubicBezTo>
                    <a:pt x="532" y="37"/>
                    <a:pt x="527" y="37"/>
                    <a:pt x="526" y="39"/>
                  </a:cubicBezTo>
                  <a:cubicBezTo>
                    <a:pt x="524" y="43"/>
                    <a:pt x="525" y="46"/>
                    <a:pt x="521" y="50"/>
                  </a:cubicBezTo>
                  <a:cubicBezTo>
                    <a:pt x="516" y="57"/>
                    <a:pt x="509" y="46"/>
                    <a:pt x="509" y="44"/>
                  </a:cubicBezTo>
                  <a:cubicBezTo>
                    <a:pt x="509" y="41"/>
                    <a:pt x="513" y="42"/>
                    <a:pt x="513" y="38"/>
                  </a:cubicBezTo>
                  <a:cubicBezTo>
                    <a:pt x="513" y="37"/>
                    <a:pt x="507" y="30"/>
                    <a:pt x="505" y="30"/>
                  </a:cubicBezTo>
                  <a:cubicBezTo>
                    <a:pt x="498" y="30"/>
                    <a:pt x="503" y="40"/>
                    <a:pt x="496" y="40"/>
                  </a:cubicBezTo>
                  <a:cubicBezTo>
                    <a:pt x="496" y="36"/>
                    <a:pt x="495" y="34"/>
                    <a:pt x="491" y="31"/>
                  </a:cubicBezTo>
                  <a:cubicBezTo>
                    <a:pt x="491" y="30"/>
                    <a:pt x="492" y="29"/>
                    <a:pt x="493" y="29"/>
                  </a:cubicBezTo>
                  <a:cubicBezTo>
                    <a:pt x="489" y="26"/>
                    <a:pt x="484" y="29"/>
                    <a:pt x="482" y="25"/>
                  </a:cubicBezTo>
                  <a:cubicBezTo>
                    <a:pt x="483" y="24"/>
                    <a:pt x="487" y="23"/>
                    <a:pt x="487" y="20"/>
                  </a:cubicBezTo>
                  <a:cubicBezTo>
                    <a:pt x="487" y="15"/>
                    <a:pt x="481" y="16"/>
                    <a:pt x="480" y="12"/>
                  </a:cubicBezTo>
                  <a:cubicBezTo>
                    <a:pt x="480" y="5"/>
                    <a:pt x="475" y="1"/>
                    <a:pt x="466" y="0"/>
                  </a:cubicBezTo>
                  <a:cubicBezTo>
                    <a:pt x="462" y="0"/>
                    <a:pt x="464" y="3"/>
                    <a:pt x="464" y="5"/>
                  </a:cubicBezTo>
                  <a:cubicBezTo>
                    <a:pt x="461" y="6"/>
                    <a:pt x="458" y="5"/>
                    <a:pt x="458" y="9"/>
                  </a:cubicBezTo>
                  <a:cubicBezTo>
                    <a:pt x="458" y="11"/>
                    <a:pt x="460" y="12"/>
                    <a:pt x="460" y="14"/>
                  </a:cubicBezTo>
                  <a:cubicBezTo>
                    <a:pt x="460" y="17"/>
                    <a:pt x="457" y="17"/>
                    <a:pt x="457" y="20"/>
                  </a:cubicBezTo>
                  <a:cubicBezTo>
                    <a:pt x="457" y="27"/>
                    <a:pt x="472" y="23"/>
                    <a:pt x="472" y="30"/>
                  </a:cubicBezTo>
                  <a:cubicBezTo>
                    <a:pt x="472" y="32"/>
                    <a:pt x="470" y="37"/>
                    <a:pt x="470" y="37"/>
                  </a:cubicBezTo>
                  <a:cubicBezTo>
                    <a:pt x="472" y="36"/>
                    <a:pt x="473" y="36"/>
                    <a:pt x="475" y="35"/>
                  </a:cubicBezTo>
                  <a:cubicBezTo>
                    <a:pt x="478" y="44"/>
                    <a:pt x="463" y="40"/>
                    <a:pt x="463" y="51"/>
                  </a:cubicBezTo>
                  <a:cubicBezTo>
                    <a:pt x="456" y="53"/>
                    <a:pt x="461" y="45"/>
                    <a:pt x="460" y="43"/>
                  </a:cubicBezTo>
                  <a:cubicBezTo>
                    <a:pt x="459" y="42"/>
                    <a:pt x="453" y="40"/>
                    <a:pt x="449" y="40"/>
                  </a:cubicBezTo>
                  <a:cubicBezTo>
                    <a:pt x="445" y="40"/>
                    <a:pt x="444" y="43"/>
                    <a:pt x="444" y="47"/>
                  </a:cubicBezTo>
                  <a:cubicBezTo>
                    <a:pt x="440" y="47"/>
                    <a:pt x="437" y="47"/>
                    <a:pt x="424" y="47"/>
                  </a:cubicBezTo>
                  <a:cubicBezTo>
                    <a:pt x="412" y="47"/>
                    <a:pt x="398" y="43"/>
                    <a:pt x="395" y="34"/>
                  </a:cubicBezTo>
                  <a:cubicBezTo>
                    <a:pt x="391" y="35"/>
                    <a:pt x="377" y="35"/>
                    <a:pt x="377" y="40"/>
                  </a:cubicBezTo>
                  <a:cubicBezTo>
                    <a:pt x="377" y="42"/>
                    <a:pt x="378" y="43"/>
                    <a:pt x="380" y="43"/>
                  </a:cubicBezTo>
                  <a:cubicBezTo>
                    <a:pt x="384" y="43"/>
                    <a:pt x="390" y="41"/>
                    <a:pt x="392" y="39"/>
                  </a:cubicBezTo>
                  <a:cubicBezTo>
                    <a:pt x="393" y="46"/>
                    <a:pt x="382" y="40"/>
                    <a:pt x="382" y="48"/>
                  </a:cubicBezTo>
                  <a:cubicBezTo>
                    <a:pt x="382" y="50"/>
                    <a:pt x="384" y="55"/>
                    <a:pt x="383" y="55"/>
                  </a:cubicBezTo>
                  <a:cubicBezTo>
                    <a:pt x="379" y="55"/>
                    <a:pt x="378" y="50"/>
                    <a:pt x="374" y="48"/>
                  </a:cubicBezTo>
                  <a:cubicBezTo>
                    <a:pt x="370" y="47"/>
                    <a:pt x="370" y="47"/>
                    <a:pt x="370" y="47"/>
                  </a:cubicBezTo>
                  <a:cubicBezTo>
                    <a:pt x="365" y="47"/>
                    <a:pt x="361" y="47"/>
                    <a:pt x="356" y="47"/>
                  </a:cubicBezTo>
                  <a:cubicBezTo>
                    <a:pt x="351" y="47"/>
                    <a:pt x="349" y="48"/>
                    <a:pt x="344" y="48"/>
                  </a:cubicBezTo>
                  <a:cubicBezTo>
                    <a:pt x="335" y="49"/>
                    <a:pt x="335" y="45"/>
                    <a:pt x="335" y="45"/>
                  </a:cubicBezTo>
                  <a:cubicBezTo>
                    <a:pt x="335" y="43"/>
                    <a:pt x="341" y="43"/>
                    <a:pt x="343" y="42"/>
                  </a:cubicBezTo>
                  <a:cubicBezTo>
                    <a:pt x="337" y="33"/>
                    <a:pt x="338" y="34"/>
                    <a:pt x="325" y="35"/>
                  </a:cubicBezTo>
                  <a:cubicBezTo>
                    <a:pt x="311" y="36"/>
                    <a:pt x="304" y="25"/>
                    <a:pt x="290" y="25"/>
                  </a:cubicBezTo>
                  <a:cubicBezTo>
                    <a:pt x="286" y="25"/>
                    <a:pt x="284" y="28"/>
                    <a:pt x="281" y="28"/>
                  </a:cubicBezTo>
                  <a:cubicBezTo>
                    <a:pt x="278" y="28"/>
                    <a:pt x="276" y="24"/>
                    <a:pt x="275" y="22"/>
                  </a:cubicBezTo>
                  <a:cubicBezTo>
                    <a:pt x="271" y="23"/>
                    <a:pt x="271" y="28"/>
                    <a:pt x="266" y="28"/>
                  </a:cubicBezTo>
                  <a:cubicBezTo>
                    <a:pt x="262" y="28"/>
                    <a:pt x="256" y="18"/>
                    <a:pt x="254" y="18"/>
                  </a:cubicBezTo>
                  <a:cubicBezTo>
                    <a:pt x="250" y="18"/>
                    <a:pt x="251" y="24"/>
                    <a:pt x="247" y="24"/>
                  </a:cubicBezTo>
                  <a:cubicBezTo>
                    <a:pt x="245" y="24"/>
                    <a:pt x="243" y="23"/>
                    <a:pt x="243" y="21"/>
                  </a:cubicBezTo>
                  <a:cubicBezTo>
                    <a:pt x="236" y="23"/>
                    <a:pt x="233" y="23"/>
                    <a:pt x="227" y="26"/>
                  </a:cubicBezTo>
                  <a:cubicBezTo>
                    <a:pt x="224" y="26"/>
                    <a:pt x="218" y="30"/>
                    <a:pt x="216" y="29"/>
                  </a:cubicBezTo>
                  <a:cubicBezTo>
                    <a:pt x="210" y="23"/>
                    <a:pt x="211" y="30"/>
                    <a:pt x="209" y="30"/>
                  </a:cubicBezTo>
                  <a:cubicBezTo>
                    <a:pt x="195" y="31"/>
                    <a:pt x="205" y="36"/>
                    <a:pt x="203" y="36"/>
                  </a:cubicBezTo>
                  <a:cubicBezTo>
                    <a:pt x="197" y="36"/>
                    <a:pt x="187" y="35"/>
                    <a:pt x="178" y="29"/>
                  </a:cubicBezTo>
                  <a:cubicBezTo>
                    <a:pt x="177" y="29"/>
                    <a:pt x="175" y="27"/>
                    <a:pt x="175" y="26"/>
                  </a:cubicBezTo>
                  <a:cubicBezTo>
                    <a:pt x="173" y="27"/>
                    <a:pt x="173" y="27"/>
                    <a:pt x="173" y="26"/>
                  </a:cubicBezTo>
                  <a:cubicBezTo>
                    <a:pt x="173" y="27"/>
                    <a:pt x="173" y="27"/>
                    <a:pt x="173" y="27"/>
                  </a:cubicBezTo>
                  <a:cubicBezTo>
                    <a:pt x="165" y="25"/>
                    <a:pt x="165" y="22"/>
                    <a:pt x="158" y="22"/>
                  </a:cubicBezTo>
                  <a:cubicBezTo>
                    <a:pt x="154" y="22"/>
                    <a:pt x="151" y="24"/>
                    <a:pt x="147" y="24"/>
                  </a:cubicBezTo>
                  <a:cubicBezTo>
                    <a:pt x="140" y="24"/>
                    <a:pt x="126" y="23"/>
                    <a:pt x="121" y="19"/>
                  </a:cubicBezTo>
                  <a:cubicBezTo>
                    <a:pt x="104" y="19"/>
                    <a:pt x="104" y="19"/>
                    <a:pt x="104" y="19"/>
                  </a:cubicBezTo>
                  <a:cubicBezTo>
                    <a:pt x="100" y="15"/>
                    <a:pt x="100" y="15"/>
                    <a:pt x="97" y="15"/>
                  </a:cubicBezTo>
                  <a:cubicBezTo>
                    <a:pt x="86" y="15"/>
                    <a:pt x="86" y="15"/>
                    <a:pt x="86" y="15"/>
                  </a:cubicBezTo>
                  <a:cubicBezTo>
                    <a:pt x="84" y="11"/>
                    <a:pt x="83" y="13"/>
                    <a:pt x="80" y="12"/>
                  </a:cubicBezTo>
                  <a:cubicBezTo>
                    <a:pt x="79" y="14"/>
                    <a:pt x="77" y="15"/>
                    <a:pt x="75" y="14"/>
                  </a:cubicBezTo>
                  <a:cubicBezTo>
                    <a:pt x="75" y="13"/>
                    <a:pt x="76" y="13"/>
                    <a:pt x="77" y="11"/>
                  </a:cubicBezTo>
                  <a:cubicBezTo>
                    <a:pt x="74" y="10"/>
                    <a:pt x="73" y="8"/>
                    <a:pt x="70" y="8"/>
                  </a:cubicBezTo>
                  <a:cubicBezTo>
                    <a:pt x="66" y="8"/>
                    <a:pt x="64" y="13"/>
                    <a:pt x="60" y="14"/>
                  </a:cubicBezTo>
                  <a:cubicBezTo>
                    <a:pt x="57" y="15"/>
                    <a:pt x="55" y="13"/>
                    <a:pt x="52" y="14"/>
                  </a:cubicBezTo>
                  <a:cubicBezTo>
                    <a:pt x="40" y="18"/>
                    <a:pt x="29" y="27"/>
                    <a:pt x="23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7" y="42"/>
                    <a:pt x="7" y="42"/>
                  </a:cubicBezTo>
                  <a:cubicBezTo>
                    <a:pt x="7" y="43"/>
                    <a:pt x="16" y="46"/>
                    <a:pt x="19" y="47"/>
                  </a:cubicBezTo>
                  <a:cubicBezTo>
                    <a:pt x="21" y="48"/>
                    <a:pt x="24" y="55"/>
                    <a:pt x="25" y="56"/>
                  </a:cubicBezTo>
                  <a:cubicBezTo>
                    <a:pt x="32" y="59"/>
                    <a:pt x="37" y="60"/>
                    <a:pt x="39" y="67"/>
                  </a:cubicBezTo>
                  <a:cubicBezTo>
                    <a:pt x="36" y="68"/>
                    <a:pt x="36" y="68"/>
                    <a:pt x="33" y="68"/>
                  </a:cubicBezTo>
                  <a:cubicBezTo>
                    <a:pt x="28" y="68"/>
                    <a:pt x="24" y="71"/>
                    <a:pt x="24" y="63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15" y="67"/>
                    <a:pt x="6" y="69"/>
                    <a:pt x="0" y="73"/>
                  </a:cubicBezTo>
                  <a:cubicBezTo>
                    <a:pt x="1" y="75"/>
                    <a:pt x="3" y="76"/>
                    <a:pt x="7" y="76"/>
                  </a:cubicBezTo>
                  <a:cubicBezTo>
                    <a:pt x="6" y="77"/>
                    <a:pt x="6" y="77"/>
                    <a:pt x="6" y="77"/>
                  </a:cubicBezTo>
                  <a:cubicBezTo>
                    <a:pt x="6" y="79"/>
                    <a:pt x="9" y="79"/>
                    <a:pt x="9" y="83"/>
                  </a:cubicBezTo>
                  <a:cubicBezTo>
                    <a:pt x="11" y="83"/>
                    <a:pt x="16" y="83"/>
                    <a:pt x="21" y="83"/>
                  </a:cubicBezTo>
                  <a:cubicBezTo>
                    <a:pt x="24" y="83"/>
                    <a:pt x="26" y="85"/>
                    <a:pt x="30" y="85"/>
                  </a:cubicBezTo>
                  <a:cubicBezTo>
                    <a:pt x="35" y="85"/>
                    <a:pt x="37" y="82"/>
                    <a:pt x="41" y="82"/>
                  </a:cubicBezTo>
                  <a:cubicBezTo>
                    <a:pt x="42" y="82"/>
                    <a:pt x="41" y="82"/>
                    <a:pt x="45" y="82"/>
                  </a:cubicBezTo>
                  <a:cubicBezTo>
                    <a:pt x="45" y="85"/>
                    <a:pt x="45" y="85"/>
                    <a:pt x="45" y="85"/>
                  </a:cubicBezTo>
                  <a:cubicBezTo>
                    <a:pt x="41" y="85"/>
                    <a:pt x="43" y="84"/>
                    <a:pt x="41" y="86"/>
                  </a:cubicBezTo>
                  <a:cubicBezTo>
                    <a:pt x="41" y="86"/>
                    <a:pt x="44" y="90"/>
                    <a:pt x="44" y="91"/>
                  </a:cubicBezTo>
                  <a:cubicBezTo>
                    <a:pt x="44" y="94"/>
                    <a:pt x="29" y="100"/>
                    <a:pt x="27" y="100"/>
                  </a:cubicBezTo>
                  <a:cubicBezTo>
                    <a:pt x="22" y="100"/>
                    <a:pt x="10" y="106"/>
                    <a:pt x="10" y="113"/>
                  </a:cubicBezTo>
                  <a:cubicBezTo>
                    <a:pt x="10" y="116"/>
                    <a:pt x="17" y="117"/>
                    <a:pt x="19" y="122"/>
                  </a:cubicBezTo>
                  <a:cubicBezTo>
                    <a:pt x="18" y="122"/>
                    <a:pt x="16" y="123"/>
                    <a:pt x="15" y="123"/>
                  </a:cubicBezTo>
                  <a:cubicBezTo>
                    <a:pt x="17" y="125"/>
                    <a:pt x="28" y="133"/>
                    <a:pt x="30" y="133"/>
                  </a:cubicBezTo>
                  <a:cubicBezTo>
                    <a:pt x="31" y="133"/>
                    <a:pt x="33" y="130"/>
                    <a:pt x="35" y="130"/>
                  </a:cubicBezTo>
                  <a:cubicBezTo>
                    <a:pt x="37" y="130"/>
                    <a:pt x="37" y="132"/>
                    <a:pt x="37" y="133"/>
                  </a:cubicBezTo>
                  <a:cubicBezTo>
                    <a:pt x="37" y="135"/>
                    <a:pt x="37" y="135"/>
                    <a:pt x="37" y="138"/>
                  </a:cubicBezTo>
                  <a:cubicBezTo>
                    <a:pt x="37" y="139"/>
                    <a:pt x="38" y="144"/>
                    <a:pt x="39" y="144"/>
                  </a:cubicBezTo>
                  <a:cubicBezTo>
                    <a:pt x="40" y="144"/>
                    <a:pt x="41" y="143"/>
                    <a:pt x="42" y="143"/>
                  </a:cubicBezTo>
                  <a:cubicBezTo>
                    <a:pt x="44" y="143"/>
                    <a:pt x="43" y="143"/>
                    <a:pt x="45" y="143"/>
                  </a:cubicBezTo>
                  <a:cubicBezTo>
                    <a:pt x="45" y="139"/>
                    <a:pt x="45" y="140"/>
                    <a:pt x="45" y="139"/>
                  </a:cubicBezTo>
                  <a:cubicBezTo>
                    <a:pt x="49" y="142"/>
                    <a:pt x="51" y="143"/>
                    <a:pt x="56" y="145"/>
                  </a:cubicBezTo>
                  <a:cubicBezTo>
                    <a:pt x="57" y="143"/>
                    <a:pt x="57" y="142"/>
                    <a:pt x="58" y="140"/>
                  </a:cubicBezTo>
                  <a:cubicBezTo>
                    <a:pt x="60" y="141"/>
                    <a:pt x="61" y="142"/>
                    <a:pt x="64" y="142"/>
                  </a:cubicBezTo>
                  <a:cubicBezTo>
                    <a:pt x="67" y="142"/>
                    <a:pt x="69" y="139"/>
                    <a:pt x="72" y="139"/>
                  </a:cubicBezTo>
                  <a:cubicBezTo>
                    <a:pt x="76" y="139"/>
                    <a:pt x="76" y="139"/>
                    <a:pt x="76" y="139"/>
                  </a:cubicBezTo>
                  <a:cubicBezTo>
                    <a:pt x="70" y="143"/>
                    <a:pt x="70" y="149"/>
                    <a:pt x="65" y="153"/>
                  </a:cubicBezTo>
                  <a:cubicBezTo>
                    <a:pt x="60" y="156"/>
                    <a:pt x="51" y="160"/>
                    <a:pt x="47" y="165"/>
                  </a:cubicBezTo>
                  <a:cubicBezTo>
                    <a:pt x="44" y="169"/>
                    <a:pt x="40" y="166"/>
                    <a:pt x="36" y="169"/>
                  </a:cubicBezTo>
                  <a:cubicBezTo>
                    <a:pt x="34" y="170"/>
                    <a:pt x="32" y="175"/>
                    <a:pt x="29" y="176"/>
                  </a:cubicBezTo>
                  <a:cubicBezTo>
                    <a:pt x="25" y="178"/>
                    <a:pt x="21" y="177"/>
                    <a:pt x="18" y="181"/>
                  </a:cubicBezTo>
                  <a:cubicBezTo>
                    <a:pt x="28" y="184"/>
                    <a:pt x="32" y="174"/>
                    <a:pt x="40" y="173"/>
                  </a:cubicBezTo>
                  <a:cubicBezTo>
                    <a:pt x="47" y="172"/>
                    <a:pt x="55" y="169"/>
                    <a:pt x="58" y="166"/>
                  </a:cubicBezTo>
                  <a:cubicBezTo>
                    <a:pt x="62" y="162"/>
                    <a:pt x="70" y="160"/>
                    <a:pt x="73" y="156"/>
                  </a:cubicBezTo>
                  <a:cubicBezTo>
                    <a:pt x="75" y="153"/>
                    <a:pt x="76" y="151"/>
                    <a:pt x="79" y="150"/>
                  </a:cubicBezTo>
                  <a:cubicBezTo>
                    <a:pt x="84" y="148"/>
                    <a:pt x="89" y="146"/>
                    <a:pt x="89" y="141"/>
                  </a:cubicBezTo>
                  <a:cubicBezTo>
                    <a:pt x="89" y="140"/>
                    <a:pt x="89" y="139"/>
                    <a:pt x="89" y="138"/>
                  </a:cubicBezTo>
                  <a:cubicBezTo>
                    <a:pt x="89" y="130"/>
                    <a:pt x="104" y="119"/>
                    <a:pt x="109" y="119"/>
                  </a:cubicBezTo>
                  <a:cubicBezTo>
                    <a:pt x="110" y="119"/>
                    <a:pt x="110" y="119"/>
                    <a:pt x="112" y="119"/>
                  </a:cubicBezTo>
                  <a:cubicBezTo>
                    <a:pt x="112" y="119"/>
                    <a:pt x="112" y="120"/>
                    <a:pt x="112" y="121"/>
                  </a:cubicBezTo>
                  <a:cubicBezTo>
                    <a:pt x="105" y="123"/>
                    <a:pt x="102" y="126"/>
                    <a:pt x="102" y="131"/>
                  </a:cubicBezTo>
                  <a:cubicBezTo>
                    <a:pt x="102" y="132"/>
                    <a:pt x="101" y="132"/>
                    <a:pt x="102" y="134"/>
                  </a:cubicBezTo>
                  <a:cubicBezTo>
                    <a:pt x="102" y="134"/>
                    <a:pt x="100" y="134"/>
                    <a:pt x="100" y="135"/>
                  </a:cubicBezTo>
                  <a:cubicBezTo>
                    <a:pt x="100" y="136"/>
                    <a:pt x="102" y="137"/>
                    <a:pt x="103" y="137"/>
                  </a:cubicBezTo>
                  <a:cubicBezTo>
                    <a:pt x="108" y="137"/>
                    <a:pt x="122" y="129"/>
                    <a:pt x="125" y="124"/>
                  </a:cubicBezTo>
                  <a:cubicBezTo>
                    <a:pt x="124" y="123"/>
                    <a:pt x="124" y="123"/>
                    <a:pt x="123" y="121"/>
                  </a:cubicBezTo>
                  <a:cubicBezTo>
                    <a:pt x="125" y="120"/>
                    <a:pt x="130" y="118"/>
                    <a:pt x="132" y="117"/>
                  </a:cubicBezTo>
                  <a:cubicBezTo>
                    <a:pt x="136" y="125"/>
                    <a:pt x="146" y="127"/>
                    <a:pt x="154" y="127"/>
                  </a:cubicBezTo>
                  <a:cubicBezTo>
                    <a:pt x="166" y="127"/>
                    <a:pt x="166" y="127"/>
                    <a:pt x="166" y="127"/>
                  </a:cubicBezTo>
                  <a:cubicBezTo>
                    <a:pt x="173" y="131"/>
                    <a:pt x="181" y="132"/>
                    <a:pt x="186" y="136"/>
                  </a:cubicBezTo>
                  <a:cubicBezTo>
                    <a:pt x="189" y="138"/>
                    <a:pt x="192" y="145"/>
                    <a:pt x="197" y="145"/>
                  </a:cubicBezTo>
                  <a:cubicBezTo>
                    <a:pt x="199" y="145"/>
                    <a:pt x="200" y="143"/>
                    <a:pt x="200" y="141"/>
                  </a:cubicBezTo>
                  <a:cubicBezTo>
                    <a:pt x="202" y="143"/>
                    <a:pt x="204" y="145"/>
                    <a:pt x="207" y="145"/>
                  </a:cubicBezTo>
                  <a:cubicBezTo>
                    <a:pt x="208" y="143"/>
                    <a:pt x="210" y="145"/>
                    <a:pt x="211" y="146"/>
                  </a:cubicBezTo>
                  <a:cubicBezTo>
                    <a:pt x="211" y="147"/>
                    <a:pt x="209" y="148"/>
                    <a:pt x="209" y="151"/>
                  </a:cubicBezTo>
                  <a:cubicBezTo>
                    <a:pt x="209" y="153"/>
                    <a:pt x="211" y="155"/>
                    <a:pt x="212" y="155"/>
                  </a:cubicBezTo>
                  <a:cubicBezTo>
                    <a:pt x="215" y="155"/>
                    <a:pt x="213" y="152"/>
                    <a:pt x="217" y="152"/>
                  </a:cubicBezTo>
                  <a:cubicBezTo>
                    <a:pt x="217" y="152"/>
                    <a:pt x="217" y="153"/>
                    <a:pt x="217" y="155"/>
                  </a:cubicBezTo>
                  <a:cubicBezTo>
                    <a:pt x="217" y="156"/>
                    <a:pt x="214" y="157"/>
                    <a:pt x="214" y="158"/>
                  </a:cubicBezTo>
                  <a:cubicBezTo>
                    <a:pt x="214" y="160"/>
                    <a:pt x="215" y="162"/>
                    <a:pt x="218" y="162"/>
                  </a:cubicBezTo>
                  <a:cubicBezTo>
                    <a:pt x="222" y="162"/>
                    <a:pt x="225" y="162"/>
                    <a:pt x="225" y="165"/>
                  </a:cubicBezTo>
                  <a:cubicBezTo>
                    <a:pt x="225" y="167"/>
                    <a:pt x="225" y="167"/>
                    <a:pt x="225" y="169"/>
                  </a:cubicBezTo>
                  <a:cubicBezTo>
                    <a:pt x="225" y="169"/>
                    <a:pt x="225" y="170"/>
                    <a:pt x="226" y="170"/>
                  </a:cubicBezTo>
                  <a:cubicBezTo>
                    <a:pt x="224" y="169"/>
                    <a:pt x="223" y="167"/>
                    <a:pt x="223" y="164"/>
                  </a:cubicBezTo>
                  <a:cubicBezTo>
                    <a:pt x="218" y="163"/>
                    <a:pt x="217" y="163"/>
                    <a:pt x="217" y="168"/>
                  </a:cubicBezTo>
                  <a:cubicBezTo>
                    <a:pt x="220" y="166"/>
                    <a:pt x="218" y="168"/>
                    <a:pt x="222" y="168"/>
                  </a:cubicBezTo>
                  <a:cubicBezTo>
                    <a:pt x="221" y="169"/>
                    <a:pt x="222" y="171"/>
                    <a:pt x="222" y="173"/>
                  </a:cubicBezTo>
                  <a:cubicBezTo>
                    <a:pt x="222" y="173"/>
                    <a:pt x="225" y="178"/>
                    <a:pt x="227" y="178"/>
                  </a:cubicBezTo>
                  <a:cubicBezTo>
                    <a:pt x="228" y="178"/>
                    <a:pt x="228" y="177"/>
                    <a:pt x="228" y="175"/>
                  </a:cubicBezTo>
                  <a:cubicBezTo>
                    <a:pt x="228" y="174"/>
                    <a:pt x="228" y="172"/>
                    <a:pt x="227" y="171"/>
                  </a:cubicBezTo>
                  <a:cubicBezTo>
                    <a:pt x="229" y="173"/>
                    <a:pt x="232" y="175"/>
                    <a:pt x="235" y="175"/>
                  </a:cubicBezTo>
                  <a:cubicBezTo>
                    <a:pt x="236" y="175"/>
                    <a:pt x="236" y="175"/>
                    <a:pt x="238" y="175"/>
                  </a:cubicBezTo>
                  <a:cubicBezTo>
                    <a:pt x="238" y="176"/>
                    <a:pt x="239" y="177"/>
                    <a:pt x="239" y="178"/>
                  </a:cubicBezTo>
                  <a:cubicBezTo>
                    <a:pt x="239" y="181"/>
                    <a:pt x="238" y="187"/>
                    <a:pt x="241" y="188"/>
                  </a:cubicBezTo>
                  <a:cubicBezTo>
                    <a:pt x="243" y="189"/>
                    <a:pt x="245" y="189"/>
                    <a:pt x="246" y="190"/>
                  </a:cubicBezTo>
                  <a:cubicBezTo>
                    <a:pt x="248" y="192"/>
                    <a:pt x="246" y="195"/>
                    <a:pt x="249" y="197"/>
                  </a:cubicBezTo>
                  <a:cubicBezTo>
                    <a:pt x="249" y="197"/>
                    <a:pt x="255" y="201"/>
                    <a:pt x="255" y="201"/>
                  </a:cubicBezTo>
                  <a:cubicBezTo>
                    <a:pt x="256" y="206"/>
                    <a:pt x="257" y="213"/>
                    <a:pt x="265" y="213"/>
                  </a:cubicBezTo>
                  <a:cubicBezTo>
                    <a:pt x="266" y="217"/>
                    <a:pt x="274" y="214"/>
                    <a:pt x="276" y="220"/>
                  </a:cubicBezTo>
                  <a:cubicBezTo>
                    <a:pt x="276" y="222"/>
                    <a:pt x="282" y="223"/>
                    <a:pt x="284" y="225"/>
                  </a:cubicBezTo>
                  <a:cubicBezTo>
                    <a:pt x="285" y="226"/>
                    <a:pt x="286" y="227"/>
                    <a:pt x="287" y="227"/>
                  </a:cubicBezTo>
                  <a:cubicBezTo>
                    <a:pt x="287" y="227"/>
                    <a:pt x="287" y="227"/>
                    <a:pt x="287" y="227"/>
                  </a:cubicBezTo>
                  <a:cubicBezTo>
                    <a:pt x="288" y="227"/>
                    <a:pt x="290" y="230"/>
                    <a:pt x="290" y="232"/>
                  </a:cubicBezTo>
                  <a:cubicBezTo>
                    <a:pt x="290" y="234"/>
                    <a:pt x="288" y="237"/>
                    <a:pt x="286" y="238"/>
                  </a:cubicBezTo>
                  <a:cubicBezTo>
                    <a:pt x="285" y="236"/>
                    <a:pt x="283" y="234"/>
                    <a:pt x="280" y="234"/>
                  </a:cubicBezTo>
                  <a:cubicBezTo>
                    <a:pt x="279" y="234"/>
                    <a:pt x="276" y="234"/>
                    <a:pt x="276" y="236"/>
                  </a:cubicBezTo>
                  <a:cubicBezTo>
                    <a:pt x="276" y="241"/>
                    <a:pt x="282" y="243"/>
                    <a:pt x="282" y="248"/>
                  </a:cubicBezTo>
                  <a:cubicBezTo>
                    <a:pt x="282" y="255"/>
                    <a:pt x="276" y="267"/>
                    <a:pt x="278" y="273"/>
                  </a:cubicBezTo>
                  <a:cubicBezTo>
                    <a:pt x="280" y="279"/>
                    <a:pt x="278" y="287"/>
                    <a:pt x="281" y="292"/>
                  </a:cubicBezTo>
                  <a:cubicBezTo>
                    <a:pt x="279" y="293"/>
                    <a:pt x="277" y="294"/>
                    <a:pt x="278" y="296"/>
                  </a:cubicBezTo>
                  <a:cubicBezTo>
                    <a:pt x="282" y="303"/>
                    <a:pt x="287" y="313"/>
                    <a:pt x="292" y="314"/>
                  </a:cubicBezTo>
                  <a:cubicBezTo>
                    <a:pt x="291" y="323"/>
                    <a:pt x="297" y="326"/>
                    <a:pt x="300" y="334"/>
                  </a:cubicBezTo>
                  <a:cubicBezTo>
                    <a:pt x="301" y="335"/>
                    <a:pt x="300" y="339"/>
                    <a:pt x="302" y="339"/>
                  </a:cubicBezTo>
                  <a:cubicBezTo>
                    <a:pt x="310" y="343"/>
                    <a:pt x="322" y="347"/>
                    <a:pt x="325" y="355"/>
                  </a:cubicBezTo>
                  <a:cubicBezTo>
                    <a:pt x="325" y="355"/>
                    <a:pt x="325" y="355"/>
                    <a:pt x="325" y="355"/>
                  </a:cubicBezTo>
                  <a:cubicBezTo>
                    <a:pt x="325" y="360"/>
                    <a:pt x="328" y="362"/>
                    <a:pt x="331" y="366"/>
                  </a:cubicBezTo>
                  <a:cubicBezTo>
                    <a:pt x="332" y="368"/>
                    <a:pt x="332" y="375"/>
                    <a:pt x="334" y="376"/>
                  </a:cubicBezTo>
                  <a:cubicBezTo>
                    <a:pt x="338" y="379"/>
                    <a:pt x="342" y="384"/>
                    <a:pt x="345" y="389"/>
                  </a:cubicBezTo>
                  <a:cubicBezTo>
                    <a:pt x="347" y="391"/>
                    <a:pt x="342" y="391"/>
                    <a:pt x="341" y="391"/>
                  </a:cubicBezTo>
                  <a:cubicBezTo>
                    <a:pt x="343" y="394"/>
                    <a:pt x="348" y="393"/>
                    <a:pt x="351" y="396"/>
                  </a:cubicBezTo>
                  <a:cubicBezTo>
                    <a:pt x="353" y="399"/>
                    <a:pt x="357" y="401"/>
                    <a:pt x="357" y="404"/>
                  </a:cubicBezTo>
                  <a:cubicBezTo>
                    <a:pt x="357" y="410"/>
                    <a:pt x="357" y="410"/>
                    <a:pt x="357" y="410"/>
                  </a:cubicBezTo>
                  <a:cubicBezTo>
                    <a:pt x="357" y="411"/>
                    <a:pt x="358" y="411"/>
                    <a:pt x="360" y="412"/>
                  </a:cubicBezTo>
                  <a:cubicBezTo>
                    <a:pt x="362" y="413"/>
                    <a:pt x="365" y="419"/>
                    <a:pt x="369" y="419"/>
                  </a:cubicBezTo>
                  <a:cubicBezTo>
                    <a:pt x="369" y="420"/>
                    <a:pt x="372" y="423"/>
                    <a:pt x="372" y="423"/>
                  </a:cubicBezTo>
                  <a:cubicBezTo>
                    <a:pt x="373" y="423"/>
                    <a:pt x="374" y="421"/>
                    <a:pt x="374" y="420"/>
                  </a:cubicBezTo>
                  <a:cubicBezTo>
                    <a:pt x="374" y="418"/>
                    <a:pt x="371" y="414"/>
                    <a:pt x="370" y="416"/>
                  </a:cubicBezTo>
                  <a:cubicBezTo>
                    <a:pt x="365" y="413"/>
                    <a:pt x="364" y="408"/>
                    <a:pt x="362" y="402"/>
                  </a:cubicBezTo>
                  <a:cubicBezTo>
                    <a:pt x="361" y="397"/>
                    <a:pt x="356" y="395"/>
                    <a:pt x="355" y="390"/>
                  </a:cubicBezTo>
                  <a:cubicBezTo>
                    <a:pt x="353" y="386"/>
                    <a:pt x="353" y="384"/>
                    <a:pt x="350" y="380"/>
                  </a:cubicBezTo>
                  <a:cubicBezTo>
                    <a:pt x="348" y="378"/>
                    <a:pt x="345" y="378"/>
                    <a:pt x="343" y="375"/>
                  </a:cubicBezTo>
                  <a:cubicBezTo>
                    <a:pt x="341" y="371"/>
                    <a:pt x="339" y="368"/>
                    <a:pt x="339" y="363"/>
                  </a:cubicBezTo>
                  <a:cubicBezTo>
                    <a:pt x="339" y="362"/>
                    <a:pt x="339" y="361"/>
                    <a:pt x="339" y="360"/>
                  </a:cubicBezTo>
                  <a:cubicBezTo>
                    <a:pt x="342" y="363"/>
                    <a:pt x="346" y="363"/>
                    <a:pt x="350" y="365"/>
                  </a:cubicBezTo>
                  <a:cubicBezTo>
                    <a:pt x="352" y="366"/>
                    <a:pt x="351" y="371"/>
                    <a:pt x="353" y="373"/>
                  </a:cubicBezTo>
                  <a:cubicBezTo>
                    <a:pt x="355" y="375"/>
                    <a:pt x="355" y="379"/>
                    <a:pt x="357" y="381"/>
                  </a:cubicBezTo>
                  <a:cubicBezTo>
                    <a:pt x="359" y="383"/>
                    <a:pt x="361" y="386"/>
                    <a:pt x="364" y="389"/>
                  </a:cubicBezTo>
                  <a:cubicBezTo>
                    <a:pt x="365" y="388"/>
                    <a:pt x="365" y="388"/>
                    <a:pt x="367" y="389"/>
                  </a:cubicBezTo>
                  <a:cubicBezTo>
                    <a:pt x="367" y="394"/>
                    <a:pt x="374" y="394"/>
                    <a:pt x="376" y="398"/>
                  </a:cubicBezTo>
                  <a:cubicBezTo>
                    <a:pt x="377" y="401"/>
                    <a:pt x="375" y="403"/>
                    <a:pt x="377" y="405"/>
                  </a:cubicBezTo>
                  <a:cubicBezTo>
                    <a:pt x="380" y="407"/>
                    <a:pt x="383" y="408"/>
                    <a:pt x="385" y="411"/>
                  </a:cubicBezTo>
                  <a:cubicBezTo>
                    <a:pt x="390" y="415"/>
                    <a:pt x="398" y="422"/>
                    <a:pt x="401" y="430"/>
                  </a:cubicBezTo>
                  <a:cubicBezTo>
                    <a:pt x="401" y="432"/>
                    <a:pt x="403" y="433"/>
                    <a:pt x="403" y="435"/>
                  </a:cubicBezTo>
                  <a:cubicBezTo>
                    <a:pt x="403" y="438"/>
                    <a:pt x="401" y="439"/>
                    <a:pt x="401" y="442"/>
                  </a:cubicBezTo>
                  <a:cubicBezTo>
                    <a:pt x="401" y="444"/>
                    <a:pt x="402" y="446"/>
                    <a:pt x="404" y="446"/>
                  </a:cubicBezTo>
                  <a:cubicBezTo>
                    <a:pt x="405" y="449"/>
                    <a:pt x="412" y="451"/>
                    <a:pt x="415" y="454"/>
                  </a:cubicBezTo>
                  <a:cubicBezTo>
                    <a:pt x="415" y="454"/>
                    <a:pt x="416" y="454"/>
                    <a:pt x="417" y="455"/>
                  </a:cubicBezTo>
                  <a:cubicBezTo>
                    <a:pt x="420" y="457"/>
                    <a:pt x="422" y="456"/>
                    <a:pt x="425" y="457"/>
                  </a:cubicBezTo>
                  <a:cubicBezTo>
                    <a:pt x="428" y="459"/>
                    <a:pt x="429" y="462"/>
                    <a:pt x="432" y="463"/>
                  </a:cubicBezTo>
                  <a:cubicBezTo>
                    <a:pt x="434" y="463"/>
                    <a:pt x="436" y="462"/>
                    <a:pt x="438" y="463"/>
                  </a:cubicBezTo>
                  <a:cubicBezTo>
                    <a:pt x="441" y="464"/>
                    <a:pt x="448" y="470"/>
                    <a:pt x="451" y="470"/>
                  </a:cubicBezTo>
                  <a:cubicBezTo>
                    <a:pt x="453" y="470"/>
                    <a:pt x="454" y="469"/>
                    <a:pt x="456" y="470"/>
                  </a:cubicBezTo>
                  <a:cubicBezTo>
                    <a:pt x="457" y="471"/>
                    <a:pt x="459" y="472"/>
                    <a:pt x="461" y="472"/>
                  </a:cubicBezTo>
                  <a:cubicBezTo>
                    <a:pt x="465" y="472"/>
                    <a:pt x="465" y="468"/>
                    <a:pt x="469" y="468"/>
                  </a:cubicBezTo>
                  <a:cubicBezTo>
                    <a:pt x="471" y="468"/>
                    <a:pt x="472" y="467"/>
                    <a:pt x="474" y="471"/>
                  </a:cubicBezTo>
                  <a:cubicBezTo>
                    <a:pt x="476" y="471"/>
                    <a:pt x="476" y="471"/>
                    <a:pt x="476" y="471"/>
                  </a:cubicBezTo>
                  <a:cubicBezTo>
                    <a:pt x="482" y="471"/>
                    <a:pt x="483" y="478"/>
                    <a:pt x="490" y="482"/>
                  </a:cubicBezTo>
                  <a:cubicBezTo>
                    <a:pt x="494" y="484"/>
                    <a:pt x="497" y="483"/>
                    <a:pt x="502" y="485"/>
                  </a:cubicBezTo>
                  <a:cubicBezTo>
                    <a:pt x="505" y="486"/>
                    <a:pt x="507" y="488"/>
                    <a:pt x="511" y="488"/>
                  </a:cubicBezTo>
                  <a:cubicBezTo>
                    <a:pt x="513" y="488"/>
                    <a:pt x="514" y="487"/>
                    <a:pt x="516" y="487"/>
                  </a:cubicBezTo>
                  <a:cubicBezTo>
                    <a:pt x="516" y="487"/>
                    <a:pt x="516" y="487"/>
                    <a:pt x="517" y="487"/>
                  </a:cubicBezTo>
                  <a:cubicBezTo>
                    <a:pt x="518" y="491"/>
                    <a:pt x="522" y="494"/>
                    <a:pt x="526" y="498"/>
                  </a:cubicBezTo>
                  <a:cubicBezTo>
                    <a:pt x="527" y="499"/>
                    <a:pt x="528" y="500"/>
                    <a:pt x="529" y="502"/>
                  </a:cubicBezTo>
                  <a:cubicBezTo>
                    <a:pt x="530" y="505"/>
                    <a:pt x="528" y="507"/>
                    <a:pt x="531" y="511"/>
                  </a:cubicBezTo>
                  <a:cubicBezTo>
                    <a:pt x="533" y="511"/>
                    <a:pt x="533" y="511"/>
                    <a:pt x="533" y="511"/>
                  </a:cubicBezTo>
                  <a:cubicBezTo>
                    <a:pt x="533" y="511"/>
                    <a:pt x="533" y="510"/>
                    <a:pt x="533" y="509"/>
                  </a:cubicBezTo>
                  <a:cubicBezTo>
                    <a:pt x="533" y="509"/>
                    <a:pt x="541" y="514"/>
                    <a:pt x="542" y="515"/>
                  </a:cubicBezTo>
                  <a:cubicBezTo>
                    <a:pt x="543" y="517"/>
                    <a:pt x="543" y="519"/>
                    <a:pt x="546" y="520"/>
                  </a:cubicBezTo>
                  <a:cubicBezTo>
                    <a:pt x="546" y="520"/>
                    <a:pt x="547" y="521"/>
                    <a:pt x="547" y="521"/>
                  </a:cubicBezTo>
                  <a:cubicBezTo>
                    <a:pt x="549" y="521"/>
                    <a:pt x="552" y="520"/>
                    <a:pt x="554" y="521"/>
                  </a:cubicBezTo>
                  <a:cubicBezTo>
                    <a:pt x="556" y="523"/>
                    <a:pt x="558" y="527"/>
                    <a:pt x="562" y="527"/>
                  </a:cubicBezTo>
                  <a:cubicBezTo>
                    <a:pt x="563" y="527"/>
                    <a:pt x="565" y="526"/>
                    <a:pt x="565" y="524"/>
                  </a:cubicBezTo>
                  <a:cubicBezTo>
                    <a:pt x="565" y="524"/>
                    <a:pt x="563" y="523"/>
                    <a:pt x="563" y="522"/>
                  </a:cubicBezTo>
                  <a:cubicBezTo>
                    <a:pt x="563" y="520"/>
                    <a:pt x="570" y="516"/>
                    <a:pt x="571" y="516"/>
                  </a:cubicBezTo>
                  <a:cubicBezTo>
                    <a:pt x="574" y="516"/>
                    <a:pt x="574" y="519"/>
                    <a:pt x="577" y="520"/>
                  </a:cubicBezTo>
                  <a:cubicBezTo>
                    <a:pt x="576" y="521"/>
                    <a:pt x="575" y="521"/>
                    <a:pt x="575" y="522"/>
                  </a:cubicBezTo>
                  <a:cubicBezTo>
                    <a:pt x="575" y="523"/>
                    <a:pt x="578" y="524"/>
                    <a:pt x="578" y="524"/>
                  </a:cubicBezTo>
                  <a:cubicBezTo>
                    <a:pt x="578" y="524"/>
                    <a:pt x="578" y="524"/>
                    <a:pt x="579" y="524"/>
                  </a:cubicBezTo>
                  <a:cubicBezTo>
                    <a:pt x="578" y="524"/>
                    <a:pt x="578" y="525"/>
                    <a:pt x="578" y="525"/>
                  </a:cubicBezTo>
                  <a:cubicBezTo>
                    <a:pt x="578" y="529"/>
                    <a:pt x="582" y="529"/>
                    <a:pt x="582" y="533"/>
                  </a:cubicBezTo>
                  <a:cubicBezTo>
                    <a:pt x="582" y="536"/>
                    <a:pt x="580" y="537"/>
                    <a:pt x="580" y="539"/>
                  </a:cubicBezTo>
                  <a:cubicBezTo>
                    <a:pt x="580" y="541"/>
                    <a:pt x="581" y="542"/>
                    <a:pt x="581" y="544"/>
                  </a:cubicBezTo>
                  <a:cubicBezTo>
                    <a:pt x="581" y="545"/>
                    <a:pt x="581" y="545"/>
                    <a:pt x="581" y="545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81" y="548"/>
                    <a:pt x="582" y="549"/>
                    <a:pt x="583" y="549"/>
                  </a:cubicBezTo>
                  <a:cubicBezTo>
                    <a:pt x="582" y="556"/>
                    <a:pt x="576" y="554"/>
                    <a:pt x="574" y="559"/>
                  </a:cubicBezTo>
                  <a:cubicBezTo>
                    <a:pt x="572" y="563"/>
                    <a:pt x="571" y="569"/>
                    <a:pt x="564" y="569"/>
                  </a:cubicBezTo>
                  <a:cubicBezTo>
                    <a:pt x="565" y="579"/>
                    <a:pt x="560" y="578"/>
                    <a:pt x="560" y="583"/>
                  </a:cubicBezTo>
                  <a:cubicBezTo>
                    <a:pt x="560" y="586"/>
                    <a:pt x="560" y="591"/>
                    <a:pt x="563" y="591"/>
                  </a:cubicBezTo>
                  <a:cubicBezTo>
                    <a:pt x="565" y="591"/>
                    <a:pt x="565" y="590"/>
                    <a:pt x="567" y="591"/>
                  </a:cubicBezTo>
                  <a:cubicBezTo>
                    <a:pt x="566" y="595"/>
                    <a:pt x="562" y="595"/>
                    <a:pt x="560" y="599"/>
                  </a:cubicBezTo>
                  <a:cubicBezTo>
                    <a:pt x="559" y="600"/>
                    <a:pt x="557" y="603"/>
                    <a:pt x="557" y="606"/>
                  </a:cubicBezTo>
                  <a:cubicBezTo>
                    <a:pt x="557" y="610"/>
                    <a:pt x="560" y="614"/>
                    <a:pt x="563" y="617"/>
                  </a:cubicBezTo>
                  <a:cubicBezTo>
                    <a:pt x="564" y="618"/>
                    <a:pt x="566" y="617"/>
                    <a:pt x="566" y="619"/>
                  </a:cubicBezTo>
                  <a:cubicBezTo>
                    <a:pt x="567" y="620"/>
                    <a:pt x="567" y="623"/>
                    <a:pt x="569" y="625"/>
                  </a:cubicBezTo>
                  <a:cubicBezTo>
                    <a:pt x="570" y="626"/>
                    <a:pt x="571" y="625"/>
                    <a:pt x="572" y="627"/>
                  </a:cubicBezTo>
                  <a:cubicBezTo>
                    <a:pt x="574" y="631"/>
                    <a:pt x="575" y="634"/>
                    <a:pt x="577" y="639"/>
                  </a:cubicBezTo>
                  <a:cubicBezTo>
                    <a:pt x="579" y="644"/>
                    <a:pt x="583" y="648"/>
                    <a:pt x="585" y="654"/>
                  </a:cubicBezTo>
                  <a:cubicBezTo>
                    <a:pt x="586" y="657"/>
                    <a:pt x="589" y="659"/>
                    <a:pt x="589" y="662"/>
                  </a:cubicBezTo>
                  <a:cubicBezTo>
                    <a:pt x="589" y="665"/>
                    <a:pt x="588" y="667"/>
                    <a:pt x="590" y="669"/>
                  </a:cubicBezTo>
                  <a:cubicBezTo>
                    <a:pt x="594" y="673"/>
                    <a:pt x="597" y="676"/>
                    <a:pt x="604" y="678"/>
                  </a:cubicBezTo>
                  <a:cubicBezTo>
                    <a:pt x="607" y="679"/>
                    <a:pt x="608" y="680"/>
                    <a:pt x="611" y="683"/>
                  </a:cubicBezTo>
                  <a:cubicBezTo>
                    <a:pt x="614" y="685"/>
                    <a:pt x="616" y="685"/>
                    <a:pt x="619" y="687"/>
                  </a:cubicBezTo>
                  <a:cubicBezTo>
                    <a:pt x="623" y="689"/>
                    <a:pt x="627" y="692"/>
                    <a:pt x="629" y="698"/>
                  </a:cubicBezTo>
                  <a:cubicBezTo>
                    <a:pt x="630" y="700"/>
                    <a:pt x="631" y="713"/>
                    <a:pt x="631" y="716"/>
                  </a:cubicBezTo>
                  <a:cubicBezTo>
                    <a:pt x="631" y="719"/>
                    <a:pt x="629" y="725"/>
                    <a:pt x="629" y="729"/>
                  </a:cubicBezTo>
                  <a:cubicBezTo>
                    <a:pt x="629" y="731"/>
                    <a:pt x="629" y="731"/>
                    <a:pt x="629" y="739"/>
                  </a:cubicBezTo>
                  <a:cubicBezTo>
                    <a:pt x="629" y="741"/>
                    <a:pt x="629" y="745"/>
                    <a:pt x="629" y="746"/>
                  </a:cubicBezTo>
                  <a:cubicBezTo>
                    <a:pt x="629" y="747"/>
                    <a:pt x="629" y="748"/>
                    <a:pt x="629" y="749"/>
                  </a:cubicBezTo>
                  <a:cubicBezTo>
                    <a:pt x="629" y="756"/>
                    <a:pt x="623" y="762"/>
                    <a:pt x="623" y="771"/>
                  </a:cubicBezTo>
                  <a:cubicBezTo>
                    <a:pt x="623" y="774"/>
                    <a:pt x="620" y="777"/>
                    <a:pt x="621" y="781"/>
                  </a:cubicBezTo>
                  <a:cubicBezTo>
                    <a:pt x="621" y="798"/>
                    <a:pt x="621" y="798"/>
                    <a:pt x="621" y="798"/>
                  </a:cubicBezTo>
                  <a:cubicBezTo>
                    <a:pt x="620" y="804"/>
                    <a:pt x="620" y="808"/>
                    <a:pt x="618" y="813"/>
                  </a:cubicBezTo>
                  <a:cubicBezTo>
                    <a:pt x="618" y="814"/>
                    <a:pt x="617" y="814"/>
                    <a:pt x="616" y="814"/>
                  </a:cubicBezTo>
                  <a:cubicBezTo>
                    <a:pt x="615" y="816"/>
                    <a:pt x="615" y="819"/>
                    <a:pt x="614" y="821"/>
                  </a:cubicBezTo>
                  <a:cubicBezTo>
                    <a:pt x="612" y="824"/>
                    <a:pt x="609" y="829"/>
                    <a:pt x="609" y="834"/>
                  </a:cubicBezTo>
                  <a:cubicBezTo>
                    <a:pt x="609" y="836"/>
                    <a:pt x="609" y="842"/>
                    <a:pt x="610" y="842"/>
                  </a:cubicBezTo>
                  <a:cubicBezTo>
                    <a:pt x="610" y="842"/>
                    <a:pt x="611" y="843"/>
                    <a:pt x="611" y="845"/>
                  </a:cubicBezTo>
                  <a:cubicBezTo>
                    <a:pt x="611" y="846"/>
                    <a:pt x="610" y="846"/>
                    <a:pt x="609" y="846"/>
                  </a:cubicBezTo>
                  <a:cubicBezTo>
                    <a:pt x="608" y="850"/>
                    <a:pt x="606" y="852"/>
                    <a:pt x="606" y="856"/>
                  </a:cubicBezTo>
                  <a:cubicBezTo>
                    <a:pt x="606" y="859"/>
                    <a:pt x="608" y="864"/>
                    <a:pt x="610" y="864"/>
                  </a:cubicBezTo>
                  <a:cubicBezTo>
                    <a:pt x="611" y="864"/>
                    <a:pt x="612" y="862"/>
                    <a:pt x="614" y="862"/>
                  </a:cubicBezTo>
                  <a:cubicBezTo>
                    <a:pt x="615" y="861"/>
                    <a:pt x="613" y="862"/>
                    <a:pt x="617" y="862"/>
                  </a:cubicBezTo>
                  <a:cubicBezTo>
                    <a:pt x="617" y="865"/>
                    <a:pt x="617" y="865"/>
                    <a:pt x="617" y="865"/>
                  </a:cubicBezTo>
                  <a:cubicBezTo>
                    <a:pt x="609" y="899"/>
                    <a:pt x="609" y="899"/>
                    <a:pt x="609" y="899"/>
                  </a:cubicBezTo>
                  <a:cubicBezTo>
                    <a:pt x="605" y="899"/>
                    <a:pt x="606" y="893"/>
                    <a:pt x="602" y="893"/>
                  </a:cubicBezTo>
                  <a:cubicBezTo>
                    <a:pt x="601" y="893"/>
                    <a:pt x="600" y="895"/>
                    <a:pt x="600" y="895"/>
                  </a:cubicBezTo>
                  <a:cubicBezTo>
                    <a:pt x="601" y="895"/>
                    <a:pt x="601" y="895"/>
                    <a:pt x="601" y="895"/>
                  </a:cubicBezTo>
                  <a:cubicBezTo>
                    <a:pt x="601" y="899"/>
                    <a:pt x="601" y="899"/>
                    <a:pt x="601" y="899"/>
                  </a:cubicBezTo>
                  <a:cubicBezTo>
                    <a:pt x="601" y="902"/>
                    <a:pt x="603" y="905"/>
                    <a:pt x="603" y="907"/>
                  </a:cubicBezTo>
                  <a:cubicBezTo>
                    <a:pt x="603" y="911"/>
                    <a:pt x="598" y="912"/>
                    <a:pt x="598" y="916"/>
                  </a:cubicBezTo>
                  <a:cubicBezTo>
                    <a:pt x="598" y="920"/>
                    <a:pt x="601" y="928"/>
                    <a:pt x="601" y="933"/>
                  </a:cubicBezTo>
                  <a:cubicBezTo>
                    <a:pt x="601" y="934"/>
                    <a:pt x="601" y="935"/>
                    <a:pt x="601" y="936"/>
                  </a:cubicBezTo>
                  <a:cubicBezTo>
                    <a:pt x="601" y="941"/>
                    <a:pt x="607" y="940"/>
                    <a:pt x="607" y="946"/>
                  </a:cubicBezTo>
                  <a:cubicBezTo>
                    <a:pt x="607" y="947"/>
                    <a:pt x="606" y="948"/>
                    <a:pt x="605" y="950"/>
                  </a:cubicBezTo>
                  <a:cubicBezTo>
                    <a:pt x="606" y="950"/>
                    <a:pt x="606" y="950"/>
                    <a:pt x="607" y="951"/>
                  </a:cubicBezTo>
                  <a:cubicBezTo>
                    <a:pt x="607" y="953"/>
                    <a:pt x="603" y="953"/>
                    <a:pt x="603" y="955"/>
                  </a:cubicBezTo>
                  <a:cubicBezTo>
                    <a:pt x="603" y="955"/>
                    <a:pt x="604" y="956"/>
                    <a:pt x="605" y="957"/>
                  </a:cubicBezTo>
                  <a:cubicBezTo>
                    <a:pt x="608" y="960"/>
                    <a:pt x="610" y="964"/>
                    <a:pt x="616" y="964"/>
                  </a:cubicBezTo>
                  <a:cubicBezTo>
                    <a:pt x="616" y="965"/>
                    <a:pt x="617" y="967"/>
                    <a:pt x="618" y="967"/>
                  </a:cubicBezTo>
                  <a:cubicBezTo>
                    <a:pt x="620" y="967"/>
                    <a:pt x="621" y="967"/>
                    <a:pt x="623" y="967"/>
                  </a:cubicBezTo>
                  <a:cubicBezTo>
                    <a:pt x="623" y="971"/>
                    <a:pt x="628" y="971"/>
                    <a:pt x="631" y="972"/>
                  </a:cubicBezTo>
                  <a:cubicBezTo>
                    <a:pt x="635" y="973"/>
                    <a:pt x="633" y="979"/>
                    <a:pt x="638" y="979"/>
                  </a:cubicBezTo>
                  <a:cubicBezTo>
                    <a:pt x="640" y="979"/>
                    <a:pt x="642" y="979"/>
                    <a:pt x="645" y="979"/>
                  </a:cubicBezTo>
                  <a:cubicBezTo>
                    <a:pt x="645" y="979"/>
                    <a:pt x="646" y="979"/>
                    <a:pt x="647" y="979"/>
                  </a:cubicBezTo>
                  <a:cubicBezTo>
                    <a:pt x="648" y="979"/>
                    <a:pt x="648" y="979"/>
                    <a:pt x="649" y="979"/>
                  </a:cubicBezTo>
                  <a:cubicBezTo>
                    <a:pt x="651" y="979"/>
                    <a:pt x="657" y="974"/>
                    <a:pt x="660" y="974"/>
                  </a:cubicBezTo>
                  <a:cubicBezTo>
                    <a:pt x="662" y="974"/>
                    <a:pt x="663" y="974"/>
                    <a:pt x="664" y="973"/>
                  </a:cubicBezTo>
                  <a:cubicBezTo>
                    <a:pt x="658" y="970"/>
                    <a:pt x="652" y="968"/>
                    <a:pt x="647" y="963"/>
                  </a:cubicBezTo>
                  <a:cubicBezTo>
                    <a:pt x="644" y="960"/>
                    <a:pt x="644" y="949"/>
                    <a:pt x="640" y="947"/>
                  </a:cubicBezTo>
                  <a:cubicBezTo>
                    <a:pt x="639" y="947"/>
                    <a:pt x="637" y="944"/>
                    <a:pt x="637" y="942"/>
                  </a:cubicBezTo>
                  <a:cubicBezTo>
                    <a:pt x="637" y="937"/>
                    <a:pt x="638" y="934"/>
                    <a:pt x="640" y="931"/>
                  </a:cubicBezTo>
                  <a:cubicBezTo>
                    <a:pt x="643" y="929"/>
                    <a:pt x="646" y="931"/>
                    <a:pt x="648" y="928"/>
                  </a:cubicBezTo>
                  <a:cubicBezTo>
                    <a:pt x="649" y="925"/>
                    <a:pt x="648" y="922"/>
                    <a:pt x="650" y="920"/>
                  </a:cubicBezTo>
                  <a:cubicBezTo>
                    <a:pt x="653" y="917"/>
                    <a:pt x="659" y="916"/>
                    <a:pt x="659" y="910"/>
                  </a:cubicBezTo>
                  <a:cubicBezTo>
                    <a:pt x="659" y="903"/>
                    <a:pt x="649" y="906"/>
                    <a:pt x="649" y="897"/>
                  </a:cubicBezTo>
                  <a:cubicBezTo>
                    <a:pt x="649" y="893"/>
                    <a:pt x="652" y="890"/>
                    <a:pt x="656" y="889"/>
                  </a:cubicBezTo>
                  <a:cubicBezTo>
                    <a:pt x="657" y="889"/>
                    <a:pt x="661" y="889"/>
                    <a:pt x="662" y="886"/>
                  </a:cubicBezTo>
                  <a:cubicBezTo>
                    <a:pt x="663" y="880"/>
                    <a:pt x="663" y="876"/>
                    <a:pt x="667" y="872"/>
                  </a:cubicBezTo>
                  <a:cubicBezTo>
                    <a:pt x="666" y="872"/>
                    <a:pt x="665" y="871"/>
                    <a:pt x="665" y="869"/>
                  </a:cubicBezTo>
                  <a:cubicBezTo>
                    <a:pt x="667" y="869"/>
                    <a:pt x="668" y="871"/>
                    <a:pt x="671" y="871"/>
                  </a:cubicBezTo>
                  <a:cubicBezTo>
                    <a:pt x="671" y="871"/>
                    <a:pt x="673" y="869"/>
                    <a:pt x="673" y="868"/>
                  </a:cubicBezTo>
                  <a:cubicBezTo>
                    <a:pt x="673" y="867"/>
                    <a:pt x="672" y="867"/>
                    <a:pt x="671" y="866"/>
                  </a:cubicBezTo>
                  <a:cubicBezTo>
                    <a:pt x="670" y="866"/>
                    <a:pt x="669" y="867"/>
                    <a:pt x="668" y="867"/>
                  </a:cubicBezTo>
                  <a:cubicBezTo>
                    <a:pt x="666" y="867"/>
                    <a:pt x="663" y="861"/>
                    <a:pt x="663" y="858"/>
                  </a:cubicBezTo>
                  <a:cubicBezTo>
                    <a:pt x="663" y="857"/>
                    <a:pt x="664" y="856"/>
                    <a:pt x="665" y="856"/>
                  </a:cubicBezTo>
                  <a:cubicBezTo>
                    <a:pt x="670" y="856"/>
                    <a:pt x="671" y="859"/>
                    <a:pt x="676" y="859"/>
                  </a:cubicBezTo>
                  <a:cubicBezTo>
                    <a:pt x="677" y="859"/>
                    <a:pt x="681" y="857"/>
                    <a:pt x="681" y="856"/>
                  </a:cubicBezTo>
                  <a:cubicBezTo>
                    <a:pt x="681" y="855"/>
                    <a:pt x="681" y="854"/>
                    <a:pt x="681" y="854"/>
                  </a:cubicBezTo>
                  <a:cubicBezTo>
                    <a:pt x="681" y="851"/>
                    <a:pt x="680" y="844"/>
                    <a:pt x="683" y="841"/>
                  </a:cubicBezTo>
                  <a:cubicBezTo>
                    <a:pt x="685" y="839"/>
                    <a:pt x="692" y="841"/>
                    <a:pt x="696" y="840"/>
                  </a:cubicBezTo>
                  <a:cubicBezTo>
                    <a:pt x="702" y="838"/>
                    <a:pt x="706" y="839"/>
                    <a:pt x="710" y="836"/>
                  </a:cubicBezTo>
                  <a:cubicBezTo>
                    <a:pt x="712" y="833"/>
                    <a:pt x="714" y="832"/>
                    <a:pt x="716" y="829"/>
                  </a:cubicBezTo>
                  <a:cubicBezTo>
                    <a:pt x="717" y="827"/>
                    <a:pt x="717" y="825"/>
                    <a:pt x="717" y="823"/>
                  </a:cubicBezTo>
                  <a:cubicBezTo>
                    <a:pt x="717" y="820"/>
                    <a:pt x="713" y="820"/>
                    <a:pt x="713" y="818"/>
                  </a:cubicBezTo>
                  <a:cubicBezTo>
                    <a:pt x="712" y="815"/>
                    <a:pt x="712" y="812"/>
                    <a:pt x="710" y="811"/>
                  </a:cubicBezTo>
                  <a:cubicBezTo>
                    <a:pt x="709" y="810"/>
                    <a:pt x="706" y="809"/>
                    <a:pt x="706" y="807"/>
                  </a:cubicBezTo>
                  <a:cubicBezTo>
                    <a:pt x="706" y="806"/>
                    <a:pt x="707" y="806"/>
                    <a:pt x="708" y="806"/>
                  </a:cubicBezTo>
                  <a:cubicBezTo>
                    <a:pt x="711" y="806"/>
                    <a:pt x="714" y="808"/>
                    <a:pt x="717" y="808"/>
                  </a:cubicBezTo>
                  <a:cubicBezTo>
                    <a:pt x="719" y="808"/>
                    <a:pt x="724" y="811"/>
                    <a:pt x="728" y="811"/>
                  </a:cubicBezTo>
                  <a:cubicBezTo>
                    <a:pt x="738" y="811"/>
                    <a:pt x="740" y="800"/>
                    <a:pt x="744" y="793"/>
                  </a:cubicBezTo>
                  <a:cubicBezTo>
                    <a:pt x="748" y="787"/>
                    <a:pt x="753" y="786"/>
                    <a:pt x="757" y="780"/>
                  </a:cubicBezTo>
                  <a:cubicBezTo>
                    <a:pt x="759" y="777"/>
                    <a:pt x="757" y="775"/>
                    <a:pt x="761" y="773"/>
                  </a:cubicBezTo>
                  <a:cubicBezTo>
                    <a:pt x="761" y="773"/>
                    <a:pt x="761" y="773"/>
                    <a:pt x="761" y="773"/>
                  </a:cubicBezTo>
                  <a:cubicBezTo>
                    <a:pt x="761" y="768"/>
                    <a:pt x="765" y="764"/>
                    <a:pt x="769" y="762"/>
                  </a:cubicBezTo>
                  <a:cubicBezTo>
                    <a:pt x="769" y="751"/>
                    <a:pt x="769" y="751"/>
                    <a:pt x="769" y="751"/>
                  </a:cubicBezTo>
                  <a:cubicBezTo>
                    <a:pt x="769" y="747"/>
                    <a:pt x="769" y="744"/>
                    <a:pt x="772" y="741"/>
                  </a:cubicBezTo>
                  <a:cubicBezTo>
                    <a:pt x="773" y="739"/>
                    <a:pt x="776" y="739"/>
                    <a:pt x="778" y="736"/>
                  </a:cubicBezTo>
                  <a:cubicBezTo>
                    <a:pt x="782" y="730"/>
                    <a:pt x="788" y="733"/>
                    <a:pt x="793" y="727"/>
                  </a:cubicBezTo>
                  <a:cubicBezTo>
                    <a:pt x="794" y="727"/>
                    <a:pt x="794" y="726"/>
                    <a:pt x="796" y="725"/>
                  </a:cubicBezTo>
                  <a:cubicBezTo>
                    <a:pt x="799" y="723"/>
                    <a:pt x="802" y="724"/>
                    <a:pt x="807" y="724"/>
                  </a:cubicBezTo>
                  <a:cubicBezTo>
                    <a:pt x="810" y="724"/>
                    <a:pt x="815" y="720"/>
                    <a:pt x="817" y="718"/>
                  </a:cubicBezTo>
                  <a:cubicBezTo>
                    <a:pt x="817" y="717"/>
                    <a:pt x="817" y="714"/>
                    <a:pt x="818" y="713"/>
                  </a:cubicBezTo>
                  <a:cubicBezTo>
                    <a:pt x="821" y="708"/>
                    <a:pt x="822" y="706"/>
                    <a:pt x="826" y="701"/>
                  </a:cubicBezTo>
                  <a:cubicBezTo>
                    <a:pt x="826" y="700"/>
                    <a:pt x="827" y="695"/>
                    <a:pt x="827" y="693"/>
                  </a:cubicBezTo>
                  <a:cubicBezTo>
                    <a:pt x="827" y="691"/>
                    <a:pt x="829" y="689"/>
                    <a:pt x="830" y="688"/>
                  </a:cubicBezTo>
                  <a:cubicBezTo>
                    <a:pt x="830" y="687"/>
                    <a:pt x="831" y="686"/>
                    <a:pt x="831" y="685"/>
                  </a:cubicBezTo>
                  <a:cubicBezTo>
                    <a:pt x="831" y="682"/>
                    <a:pt x="832" y="678"/>
                    <a:pt x="832" y="674"/>
                  </a:cubicBezTo>
                  <a:cubicBezTo>
                    <a:pt x="832" y="669"/>
                    <a:pt x="829" y="661"/>
                    <a:pt x="832" y="658"/>
                  </a:cubicBezTo>
                  <a:cubicBezTo>
                    <a:pt x="835" y="656"/>
                    <a:pt x="837" y="655"/>
                    <a:pt x="840" y="652"/>
                  </a:cubicBezTo>
                  <a:cubicBezTo>
                    <a:pt x="841" y="650"/>
                    <a:pt x="842" y="649"/>
                    <a:pt x="843" y="647"/>
                  </a:cubicBezTo>
                  <a:cubicBezTo>
                    <a:pt x="849" y="638"/>
                    <a:pt x="859" y="634"/>
                    <a:pt x="859" y="617"/>
                  </a:cubicBezTo>
                  <a:cubicBezTo>
                    <a:pt x="859" y="612"/>
                    <a:pt x="857" y="607"/>
                    <a:pt x="853" y="606"/>
                  </a:cubicBezTo>
                  <a:close/>
                  <a:moveTo>
                    <a:pt x="566" y="281"/>
                  </a:moveTo>
                  <a:cubicBezTo>
                    <a:pt x="567" y="280"/>
                    <a:pt x="568" y="280"/>
                    <a:pt x="568" y="279"/>
                  </a:cubicBezTo>
                  <a:cubicBezTo>
                    <a:pt x="568" y="280"/>
                    <a:pt x="567" y="280"/>
                    <a:pt x="566" y="281"/>
                  </a:cubicBezTo>
                  <a:close/>
                  <a:moveTo>
                    <a:pt x="569" y="272"/>
                  </a:moveTo>
                  <a:cubicBezTo>
                    <a:pt x="574" y="270"/>
                    <a:pt x="584" y="267"/>
                    <a:pt x="590" y="267"/>
                  </a:cubicBezTo>
                  <a:cubicBezTo>
                    <a:pt x="590" y="276"/>
                    <a:pt x="575" y="274"/>
                    <a:pt x="569" y="274"/>
                  </a:cubicBezTo>
                  <a:cubicBezTo>
                    <a:pt x="568" y="274"/>
                    <a:pt x="568" y="274"/>
                    <a:pt x="566" y="274"/>
                  </a:cubicBezTo>
                  <a:cubicBezTo>
                    <a:pt x="566" y="274"/>
                    <a:pt x="567" y="275"/>
                    <a:pt x="567" y="275"/>
                  </a:cubicBezTo>
                  <a:cubicBezTo>
                    <a:pt x="567" y="275"/>
                    <a:pt x="566" y="274"/>
                    <a:pt x="566" y="273"/>
                  </a:cubicBezTo>
                  <a:cubicBezTo>
                    <a:pt x="566" y="272"/>
                    <a:pt x="568" y="272"/>
                    <a:pt x="569" y="272"/>
                  </a:cubicBezTo>
                  <a:close/>
                  <a:moveTo>
                    <a:pt x="565" y="281"/>
                  </a:moveTo>
                  <a:cubicBezTo>
                    <a:pt x="560" y="284"/>
                    <a:pt x="552" y="287"/>
                    <a:pt x="547" y="287"/>
                  </a:cubicBezTo>
                  <a:cubicBezTo>
                    <a:pt x="545" y="287"/>
                    <a:pt x="544" y="284"/>
                    <a:pt x="544" y="282"/>
                  </a:cubicBezTo>
                  <a:cubicBezTo>
                    <a:pt x="545" y="283"/>
                    <a:pt x="546" y="284"/>
                    <a:pt x="548" y="284"/>
                  </a:cubicBezTo>
                  <a:cubicBezTo>
                    <a:pt x="550" y="284"/>
                    <a:pt x="550" y="283"/>
                    <a:pt x="551" y="282"/>
                  </a:cubicBezTo>
                  <a:cubicBezTo>
                    <a:pt x="553" y="280"/>
                    <a:pt x="556" y="280"/>
                    <a:pt x="559" y="280"/>
                  </a:cubicBezTo>
                  <a:cubicBezTo>
                    <a:pt x="562" y="280"/>
                    <a:pt x="564" y="282"/>
                    <a:pt x="565" y="281"/>
                  </a:cubicBezTo>
                  <a:close/>
                  <a:moveTo>
                    <a:pt x="504" y="234"/>
                  </a:moveTo>
                  <a:cubicBezTo>
                    <a:pt x="507" y="233"/>
                    <a:pt x="507" y="234"/>
                    <a:pt x="510" y="233"/>
                  </a:cubicBezTo>
                  <a:cubicBezTo>
                    <a:pt x="512" y="232"/>
                    <a:pt x="511" y="228"/>
                    <a:pt x="513" y="228"/>
                  </a:cubicBezTo>
                  <a:cubicBezTo>
                    <a:pt x="516" y="228"/>
                    <a:pt x="518" y="233"/>
                    <a:pt x="519" y="234"/>
                  </a:cubicBezTo>
                  <a:cubicBezTo>
                    <a:pt x="519" y="233"/>
                    <a:pt x="519" y="231"/>
                    <a:pt x="519" y="231"/>
                  </a:cubicBezTo>
                  <a:cubicBezTo>
                    <a:pt x="520" y="231"/>
                    <a:pt x="520" y="231"/>
                    <a:pt x="521" y="231"/>
                  </a:cubicBezTo>
                  <a:cubicBezTo>
                    <a:pt x="522" y="231"/>
                    <a:pt x="532" y="238"/>
                    <a:pt x="532" y="239"/>
                  </a:cubicBezTo>
                  <a:cubicBezTo>
                    <a:pt x="533" y="242"/>
                    <a:pt x="532" y="243"/>
                    <a:pt x="534" y="245"/>
                  </a:cubicBezTo>
                  <a:cubicBezTo>
                    <a:pt x="539" y="250"/>
                    <a:pt x="546" y="251"/>
                    <a:pt x="552" y="251"/>
                  </a:cubicBezTo>
                  <a:cubicBezTo>
                    <a:pt x="558" y="251"/>
                    <a:pt x="558" y="251"/>
                    <a:pt x="558" y="251"/>
                  </a:cubicBezTo>
                  <a:cubicBezTo>
                    <a:pt x="560" y="255"/>
                    <a:pt x="564" y="256"/>
                    <a:pt x="564" y="259"/>
                  </a:cubicBezTo>
                  <a:cubicBezTo>
                    <a:pt x="564" y="261"/>
                    <a:pt x="563" y="263"/>
                    <a:pt x="562" y="263"/>
                  </a:cubicBezTo>
                  <a:cubicBezTo>
                    <a:pt x="559" y="263"/>
                    <a:pt x="556" y="260"/>
                    <a:pt x="555" y="259"/>
                  </a:cubicBezTo>
                  <a:cubicBezTo>
                    <a:pt x="554" y="263"/>
                    <a:pt x="552" y="274"/>
                    <a:pt x="549" y="274"/>
                  </a:cubicBezTo>
                  <a:cubicBezTo>
                    <a:pt x="547" y="272"/>
                    <a:pt x="547" y="270"/>
                    <a:pt x="546" y="267"/>
                  </a:cubicBezTo>
                  <a:cubicBezTo>
                    <a:pt x="544" y="267"/>
                    <a:pt x="544" y="268"/>
                    <a:pt x="541" y="268"/>
                  </a:cubicBezTo>
                  <a:cubicBezTo>
                    <a:pt x="542" y="265"/>
                    <a:pt x="544" y="263"/>
                    <a:pt x="544" y="260"/>
                  </a:cubicBezTo>
                  <a:cubicBezTo>
                    <a:pt x="544" y="257"/>
                    <a:pt x="536" y="253"/>
                    <a:pt x="534" y="253"/>
                  </a:cubicBezTo>
                  <a:cubicBezTo>
                    <a:pt x="530" y="253"/>
                    <a:pt x="535" y="259"/>
                    <a:pt x="526" y="259"/>
                  </a:cubicBezTo>
                  <a:cubicBezTo>
                    <a:pt x="524" y="259"/>
                    <a:pt x="525" y="266"/>
                    <a:pt x="525" y="269"/>
                  </a:cubicBezTo>
                  <a:cubicBezTo>
                    <a:pt x="525" y="269"/>
                    <a:pt x="525" y="274"/>
                    <a:pt x="525" y="276"/>
                  </a:cubicBezTo>
                  <a:cubicBezTo>
                    <a:pt x="525" y="279"/>
                    <a:pt x="523" y="286"/>
                    <a:pt x="519" y="286"/>
                  </a:cubicBezTo>
                  <a:cubicBezTo>
                    <a:pt x="517" y="286"/>
                    <a:pt x="514" y="284"/>
                    <a:pt x="514" y="282"/>
                  </a:cubicBezTo>
                  <a:cubicBezTo>
                    <a:pt x="514" y="276"/>
                    <a:pt x="515" y="264"/>
                    <a:pt x="519" y="259"/>
                  </a:cubicBezTo>
                  <a:cubicBezTo>
                    <a:pt x="517" y="259"/>
                    <a:pt x="516" y="261"/>
                    <a:pt x="514" y="262"/>
                  </a:cubicBezTo>
                  <a:cubicBezTo>
                    <a:pt x="514" y="258"/>
                    <a:pt x="522" y="251"/>
                    <a:pt x="527" y="251"/>
                  </a:cubicBezTo>
                  <a:cubicBezTo>
                    <a:pt x="529" y="251"/>
                    <a:pt x="533" y="253"/>
                    <a:pt x="537" y="251"/>
                  </a:cubicBezTo>
                  <a:cubicBezTo>
                    <a:pt x="537" y="249"/>
                    <a:pt x="537" y="249"/>
                    <a:pt x="537" y="249"/>
                  </a:cubicBezTo>
                  <a:cubicBezTo>
                    <a:pt x="533" y="249"/>
                    <a:pt x="530" y="246"/>
                    <a:pt x="525" y="246"/>
                  </a:cubicBezTo>
                  <a:cubicBezTo>
                    <a:pt x="522" y="246"/>
                    <a:pt x="522" y="249"/>
                    <a:pt x="519" y="249"/>
                  </a:cubicBezTo>
                  <a:cubicBezTo>
                    <a:pt x="517" y="249"/>
                    <a:pt x="515" y="247"/>
                    <a:pt x="515" y="247"/>
                  </a:cubicBezTo>
                  <a:cubicBezTo>
                    <a:pt x="511" y="247"/>
                    <a:pt x="511" y="247"/>
                    <a:pt x="511" y="247"/>
                  </a:cubicBezTo>
                  <a:cubicBezTo>
                    <a:pt x="512" y="243"/>
                    <a:pt x="513" y="244"/>
                    <a:pt x="513" y="240"/>
                  </a:cubicBezTo>
                  <a:cubicBezTo>
                    <a:pt x="510" y="241"/>
                    <a:pt x="506" y="245"/>
                    <a:pt x="503" y="245"/>
                  </a:cubicBezTo>
                  <a:cubicBezTo>
                    <a:pt x="501" y="245"/>
                    <a:pt x="501" y="248"/>
                    <a:pt x="497" y="248"/>
                  </a:cubicBezTo>
                  <a:cubicBezTo>
                    <a:pt x="495" y="248"/>
                    <a:pt x="494" y="247"/>
                    <a:pt x="494" y="245"/>
                  </a:cubicBezTo>
                  <a:cubicBezTo>
                    <a:pt x="492" y="246"/>
                    <a:pt x="491" y="247"/>
                    <a:pt x="490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91" y="239"/>
                    <a:pt x="498" y="238"/>
                    <a:pt x="504" y="234"/>
                  </a:cubicBezTo>
                  <a:close/>
                  <a:moveTo>
                    <a:pt x="582" y="520"/>
                  </a:moveTo>
                  <a:cubicBezTo>
                    <a:pt x="582" y="520"/>
                    <a:pt x="582" y="520"/>
                    <a:pt x="583" y="520"/>
                  </a:cubicBezTo>
                  <a:cubicBezTo>
                    <a:pt x="582" y="520"/>
                    <a:pt x="582" y="520"/>
                    <a:pt x="582" y="5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3" name="Freeform 104"/>
            <p:cNvSpPr>
              <a:spLocks/>
            </p:cNvSpPr>
            <p:nvPr/>
          </p:nvSpPr>
          <p:spPr bwMode="auto">
            <a:xfrm>
              <a:off x="1877644" y="354210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4" name="Freeform 105"/>
            <p:cNvSpPr>
              <a:spLocks/>
            </p:cNvSpPr>
            <p:nvPr/>
          </p:nvSpPr>
          <p:spPr bwMode="auto">
            <a:xfrm>
              <a:off x="2704027" y="3716007"/>
              <a:ext cx="9739" cy="13912"/>
            </a:xfrm>
            <a:custGeom>
              <a:avLst/>
              <a:gdLst>
                <a:gd name="T0" fmla="*/ 0 w 3"/>
                <a:gd name="T1" fmla="*/ 0 h 4"/>
                <a:gd name="T2" fmla="*/ 2 w 3"/>
                <a:gd name="T3" fmla="*/ 4 h 4"/>
                <a:gd name="T4" fmla="*/ 3 w 3"/>
                <a:gd name="T5" fmla="*/ 3 h 4"/>
                <a:gd name="T6" fmla="*/ 1 w 3"/>
                <a:gd name="T7" fmla="*/ 0 h 4"/>
                <a:gd name="T8" fmla="*/ 0 w 3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0" y="2"/>
                    <a:pt x="0" y="4"/>
                    <a:pt x="2" y="4"/>
                  </a:cubicBezTo>
                  <a:cubicBezTo>
                    <a:pt x="2" y="4"/>
                    <a:pt x="3" y="3"/>
                    <a:pt x="3" y="3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5" name="Freeform 106"/>
            <p:cNvSpPr>
              <a:spLocks/>
            </p:cNvSpPr>
            <p:nvPr/>
          </p:nvSpPr>
          <p:spPr bwMode="auto">
            <a:xfrm>
              <a:off x="2690115" y="3674269"/>
              <a:ext cx="19477" cy="5565"/>
            </a:xfrm>
            <a:custGeom>
              <a:avLst/>
              <a:gdLst>
                <a:gd name="T0" fmla="*/ 3 w 6"/>
                <a:gd name="T1" fmla="*/ 0 h 2"/>
                <a:gd name="T2" fmla="*/ 0 w 6"/>
                <a:gd name="T3" fmla="*/ 2 h 2"/>
                <a:gd name="T4" fmla="*/ 6 w 6"/>
                <a:gd name="T5" fmla="*/ 2 h 2"/>
                <a:gd name="T6" fmla="*/ 3 w 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2">
                  <a:moveTo>
                    <a:pt x="3" y="0"/>
                  </a:moveTo>
                  <a:cubicBezTo>
                    <a:pt x="2" y="0"/>
                    <a:pt x="1" y="1"/>
                    <a:pt x="0" y="2"/>
                  </a:cubicBezTo>
                  <a:cubicBezTo>
                    <a:pt x="2" y="2"/>
                    <a:pt x="4" y="2"/>
                    <a:pt x="6" y="2"/>
                  </a:cubicBezTo>
                  <a:cubicBezTo>
                    <a:pt x="6" y="1"/>
                    <a:pt x="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6" name="Freeform 107"/>
            <p:cNvSpPr>
              <a:spLocks/>
            </p:cNvSpPr>
            <p:nvPr/>
          </p:nvSpPr>
          <p:spPr bwMode="auto">
            <a:xfrm>
              <a:off x="2723504" y="3684008"/>
              <a:ext cx="5565" cy="5565"/>
            </a:xfrm>
            <a:custGeom>
              <a:avLst/>
              <a:gdLst>
                <a:gd name="T0" fmla="*/ 0 w 2"/>
                <a:gd name="T1" fmla="*/ 0 h 2"/>
                <a:gd name="T2" fmla="*/ 2 w 2"/>
                <a:gd name="T3" fmla="*/ 1 h 2"/>
                <a:gd name="T4" fmla="*/ 0 w 2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0"/>
                    <a:pt x="1" y="2"/>
                    <a:pt x="2" y="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7" name="Freeform 108"/>
            <p:cNvSpPr>
              <a:spLocks/>
            </p:cNvSpPr>
            <p:nvPr/>
          </p:nvSpPr>
          <p:spPr bwMode="auto">
            <a:xfrm>
              <a:off x="2798630" y="3795308"/>
              <a:ext cx="16695" cy="9739"/>
            </a:xfrm>
            <a:custGeom>
              <a:avLst/>
              <a:gdLst>
                <a:gd name="T0" fmla="*/ 5 w 5"/>
                <a:gd name="T1" fmla="*/ 2 h 3"/>
                <a:gd name="T2" fmla="*/ 5 w 5"/>
                <a:gd name="T3" fmla="*/ 0 h 3"/>
                <a:gd name="T4" fmla="*/ 0 w 5"/>
                <a:gd name="T5" fmla="*/ 2 h 3"/>
                <a:gd name="T6" fmla="*/ 0 w 5"/>
                <a:gd name="T7" fmla="*/ 3 h 3"/>
                <a:gd name="T8" fmla="*/ 1 w 5"/>
                <a:gd name="T9" fmla="*/ 3 h 3"/>
                <a:gd name="T10" fmla="*/ 5 w 5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5" y="2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2"/>
                    <a:pt x="0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2" y="3"/>
                    <a:pt x="4" y="3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8" name="Freeform 109"/>
            <p:cNvSpPr>
              <a:spLocks/>
            </p:cNvSpPr>
            <p:nvPr/>
          </p:nvSpPr>
          <p:spPr bwMode="auto">
            <a:xfrm>
              <a:off x="1465844" y="2853432"/>
              <a:ext cx="40345" cy="59824"/>
            </a:xfrm>
            <a:custGeom>
              <a:avLst/>
              <a:gdLst>
                <a:gd name="T0" fmla="*/ 10 w 12"/>
                <a:gd name="T1" fmla="*/ 9 h 18"/>
                <a:gd name="T2" fmla="*/ 8 w 12"/>
                <a:gd name="T3" fmla="*/ 9 h 18"/>
                <a:gd name="T4" fmla="*/ 8 w 12"/>
                <a:gd name="T5" fmla="*/ 0 h 18"/>
                <a:gd name="T6" fmla="*/ 3 w 12"/>
                <a:gd name="T7" fmla="*/ 0 h 18"/>
                <a:gd name="T8" fmla="*/ 0 w 12"/>
                <a:gd name="T9" fmla="*/ 2 h 18"/>
                <a:gd name="T10" fmla="*/ 6 w 12"/>
                <a:gd name="T11" fmla="*/ 9 h 18"/>
                <a:gd name="T12" fmla="*/ 10 w 12"/>
                <a:gd name="T13" fmla="*/ 18 h 18"/>
                <a:gd name="T14" fmla="*/ 10 w 12"/>
                <a:gd name="T15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8">
                  <a:moveTo>
                    <a:pt x="10" y="9"/>
                  </a:moveTo>
                  <a:cubicBezTo>
                    <a:pt x="10" y="9"/>
                    <a:pt x="8" y="10"/>
                    <a:pt x="8" y="9"/>
                  </a:cubicBezTo>
                  <a:cubicBezTo>
                    <a:pt x="7" y="5"/>
                    <a:pt x="8" y="5"/>
                    <a:pt x="8" y="0"/>
                  </a:cubicBezTo>
                  <a:cubicBezTo>
                    <a:pt x="5" y="1"/>
                    <a:pt x="7" y="0"/>
                    <a:pt x="3" y="0"/>
                  </a:cubicBezTo>
                  <a:cubicBezTo>
                    <a:pt x="2" y="0"/>
                    <a:pt x="0" y="0"/>
                    <a:pt x="0" y="2"/>
                  </a:cubicBezTo>
                  <a:cubicBezTo>
                    <a:pt x="0" y="5"/>
                    <a:pt x="3" y="8"/>
                    <a:pt x="6" y="9"/>
                  </a:cubicBezTo>
                  <a:cubicBezTo>
                    <a:pt x="6" y="12"/>
                    <a:pt x="7" y="15"/>
                    <a:pt x="10" y="18"/>
                  </a:cubicBezTo>
                  <a:cubicBezTo>
                    <a:pt x="12" y="15"/>
                    <a:pt x="10" y="12"/>
                    <a:pt x="10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39" name="Freeform 110"/>
            <p:cNvSpPr>
              <a:spLocks/>
            </p:cNvSpPr>
            <p:nvPr/>
          </p:nvSpPr>
          <p:spPr bwMode="auto">
            <a:xfrm>
              <a:off x="1827560" y="2292759"/>
              <a:ext cx="392323" cy="208687"/>
            </a:xfrm>
            <a:custGeom>
              <a:avLst/>
              <a:gdLst>
                <a:gd name="T0" fmla="*/ 110 w 119"/>
                <a:gd name="T1" fmla="*/ 49 h 63"/>
                <a:gd name="T2" fmla="*/ 119 w 119"/>
                <a:gd name="T3" fmla="*/ 47 h 63"/>
                <a:gd name="T4" fmla="*/ 96 w 119"/>
                <a:gd name="T5" fmla="*/ 31 h 63"/>
                <a:gd name="T6" fmla="*/ 90 w 119"/>
                <a:gd name="T7" fmla="*/ 12 h 63"/>
                <a:gd name="T8" fmla="*/ 94 w 119"/>
                <a:gd name="T9" fmla="*/ 4 h 63"/>
                <a:gd name="T10" fmla="*/ 87 w 119"/>
                <a:gd name="T11" fmla="*/ 0 h 63"/>
                <a:gd name="T12" fmla="*/ 80 w 119"/>
                <a:gd name="T13" fmla="*/ 3 h 63"/>
                <a:gd name="T14" fmla="*/ 80 w 119"/>
                <a:gd name="T15" fmla="*/ 6 h 63"/>
                <a:gd name="T16" fmla="*/ 74 w 119"/>
                <a:gd name="T17" fmla="*/ 6 h 63"/>
                <a:gd name="T18" fmla="*/ 70 w 119"/>
                <a:gd name="T19" fmla="*/ 9 h 63"/>
                <a:gd name="T20" fmla="*/ 75 w 119"/>
                <a:gd name="T21" fmla="*/ 24 h 63"/>
                <a:gd name="T22" fmla="*/ 72 w 119"/>
                <a:gd name="T23" fmla="*/ 26 h 63"/>
                <a:gd name="T24" fmla="*/ 68 w 119"/>
                <a:gd name="T25" fmla="*/ 17 h 63"/>
                <a:gd name="T26" fmla="*/ 60 w 119"/>
                <a:gd name="T27" fmla="*/ 11 h 63"/>
                <a:gd name="T28" fmla="*/ 56 w 119"/>
                <a:gd name="T29" fmla="*/ 11 h 63"/>
                <a:gd name="T30" fmla="*/ 57 w 119"/>
                <a:gd name="T31" fmla="*/ 15 h 63"/>
                <a:gd name="T32" fmla="*/ 50 w 119"/>
                <a:gd name="T33" fmla="*/ 17 h 63"/>
                <a:gd name="T34" fmla="*/ 40 w 119"/>
                <a:gd name="T35" fmla="*/ 10 h 63"/>
                <a:gd name="T36" fmla="*/ 33 w 119"/>
                <a:gd name="T37" fmla="*/ 14 h 63"/>
                <a:gd name="T38" fmla="*/ 29 w 119"/>
                <a:gd name="T39" fmla="*/ 6 h 63"/>
                <a:gd name="T40" fmla="*/ 0 w 119"/>
                <a:gd name="T41" fmla="*/ 26 h 63"/>
                <a:gd name="T42" fmla="*/ 7 w 119"/>
                <a:gd name="T43" fmla="*/ 30 h 63"/>
                <a:gd name="T44" fmla="*/ 15 w 119"/>
                <a:gd name="T45" fmla="*/ 30 h 63"/>
                <a:gd name="T46" fmla="*/ 6 w 119"/>
                <a:gd name="T47" fmla="*/ 35 h 63"/>
                <a:gd name="T48" fmla="*/ 23 w 119"/>
                <a:gd name="T49" fmla="*/ 39 h 63"/>
                <a:gd name="T50" fmla="*/ 35 w 119"/>
                <a:gd name="T51" fmla="*/ 39 h 63"/>
                <a:gd name="T52" fmla="*/ 41 w 119"/>
                <a:gd name="T53" fmla="*/ 41 h 63"/>
                <a:gd name="T54" fmla="*/ 33 w 119"/>
                <a:gd name="T55" fmla="*/ 42 h 63"/>
                <a:gd name="T56" fmla="*/ 11 w 119"/>
                <a:gd name="T57" fmla="*/ 47 h 63"/>
                <a:gd name="T58" fmla="*/ 22 w 119"/>
                <a:gd name="T59" fmla="*/ 55 h 63"/>
                <a:gd name="T60" fmla="*/ 34 w 119"/>
                <a:gd name="T61" fmla="*/ 57 h 63"/>
                <a:gd name="T62" fmla="*/ 39 w 119"/>
                <a:gd name="T63" fmla="*/ 63 h 63"/>
                <a:gd name="T64" fmla="*/ 59 w 119"/>
                <a:gd name="T65" fmla="*/ 63 h 63"/>
                <a:gd name="T66" fmla="*/ 75 w 119"/>
                <a:gd name="T67" fmla="*/ 58 h 63"/>
                <a:gd name="T68" fmla="*/ 81 w 119"/>
                <a:gd name="T69" fmla="*/ 54 h 63"/>
                <a:gd name="T70" fmla="*/ 100 w 119"/>
                <a:gd name="T71" fmla="*/ 60 h 63"/>
                <a:gd name="T72" fmla="*/ 113 w 119"/>
                <a:gd name="T73" fmla="*/ 56 h 63"/>
                <a:gd name="T74" fmla="*/ 110 w 119"/>
                <a:gd name="T75" fmla="*/ 53 h 63"/>
                <a:gd name="T76" fmla="*/ 107 w 119"/>
                <a:gd name="T77" fmla="*/ 51 h 63"/>
                <a:gd name="T78" fmla="*/ 110 w 119"/>
                <a:gd name="T79" fmla="*/ 4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9" h="63">
                  <a:moveTo>
                    <a:pt x="110" y="49"/>
                  </a:moveTo>
                  <a:cubicBezTo>
                    <a:pt x="114" y="49"/>
                    <a:pt x="115" y="50"/>
                    <a:pt x="119" y="47"/>
                  </a:cubicBezTo>
                  <a:cubicBezTo>
                    <a:pt x="115" y="43"/>
                    <a:pt x="96" y="38"/>
                    <a:pt x="96" y="31"/>
                  </a:cubicBezTo>
                  <a:cubicBezTo>
                    <a:pt x="96" y="25"/>
                    <a:pt x="90" y="20"/>
                    <a:pt x="90" y="12"/>
                  </a:cubicBezTo>
                  <a:cubicBezTo>
                    <a:pt x="90" y="10"/>
                    <a:pt x="94" y="8"/>
                    <a:pt x="94" y="4"/>
                  </a:cubicBezTo>
                  <a:cubicBezTo>
                    <a:pt x="94" y="1"/>
                    <a:pt x="91" y="0"/>
                    <a:pt x="87" y="0"/>
                  </a:cubicBezTo>
                  <a:cubicBezTo>
                    <a:pt x="83" y="0"/>
                    <a:pt x="80" y="1"/>
                    <a:pt x="80" y="3"/>
                  </a:cubicBezTo>
                  <a:cubicBezTo>
                    <a:pt x="80" y="4"/>
                    <a:pt x="80" y="5"/>
                    <a:pt x="80" y="6"/>
                  </a:cubicBezTo>
                  <a:cubicBezTo>
                    <a:pt x="76" y="7"/>
                    <a:pt x="78" y="6"/>
                    <a:pt x="74" y="6"/>
                  </a:cubicBezTo>
                  <a:cubicBezTo>
                    <a:pt x="72" y="6"/>
                    <a:pt x="70" y="7"/>
                    <a:pt x="70" y="9"/>
                  </a:cubicBezTo>
                  <a:cubicBezTo>
                    <a:pt x="70" y="11"/>
                    <a:pt x="73" y="21"/>
                    <a:pt x="75" y="24"/>
                  </a:cubicBezTo>
                  <a:cubicBezTo>
                    <a:pt x="74" y="25"/>
                    <a:pt x="74" y="26"/>
                    <a:pt x="72" y="26"/>
                  </a:cubicBezTo>
                  <a:cubicBezTo>
                    <a:pt x="68" y="26"/>
                    <a:pt x="69" y="20"/>
                    <a:pt x="68" y="17"/>
                  </a:cubicBezTo>
                  <a:cubicBezTo>
                    <a:pt x="67" y="15"/>
                    <a:pt x="64" y="11"/>
                    <a:pt x="60" y="11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6" y="11"/>
                    <a:pt x="56" y="13"/>
                    <a:pt x="57" y="15"/>
                  </a:cubicBezTo>
                  <a:cubicBezTo>
                    <a:pt x="54" y="16"/>
                    <a:pt x="52" y="16"/>
                    <a:pt x="50" y="17"/>
                  </a:cubicBezTo>
                  <a:cubicBezTo>
                    <a:pt x="48" y="13"/>
                    <a:pt x="46" y="10"/>
                    <a:pt x="40" y="10"/>
                  </a:cubicBezTo>
                  <a:cubicBezTo>
                    <a:pt x="36" y="10"/>
                    <a:pt x="34" y="13"/>
                    <a:pt x="33" y="14"/>
                  </a:cubicBezTo>
                  <a:cubicBezTo>
                    <a:pt x="32" y="13"/>
                    <a:pt x="32" y="6"/>
                    <a:pt x="29" y="6"/>
                  </a:cubicBezTo>
                  <a:cubicBezTo>
                    <a:pt x="21" y="6"/>
                    <a:pt x="0" y="14"/>
                    <a:pt x="0" y="26"/>
                  </a:cubicBezTo>
                  <a:cubicBezTo>
                    <a:pt x="0" y="27"/>
                    <a:pt x="4" y="30"/>
                    <a:pt x="7" y="30"/>
                  </a:cubicBezTo>
                  <a:cubicBezTo>
                    <a:pt x="10" y="30"/>
                    <a:pt x="11" y="29"/>
                    <a:pt x="15" y="30"/>
                  </a:cubicBezTo>
                  <a:cubicBezTo>
                    <a:pt x="12" y="32"/>
                    <a:pt x="6" y="30"/>
                    <a:pt x="6" y="35"/>
                  </a:cubicBezTo>
                  <a:cubicBezTo>
                    <a:pt x="6" y="41"/>
                    <a:pt x="18" y="39"/>
                    <a:pt x="23" y="39"/>
                  </a:cubicBezTo>
                  <a:cubicBezTo>
                    <a:pt x="25" y="39"/>
                    <a:pt x="31" y="39"/>
                    <a:pt x="35" y="39"/>
                  </a:cubicBezTo>
                  <a:cubicBezTo>
                    <a:pt x="37" y="39"/>
                    <a:pt x="39" y="40"/>
                    <a:pt x="41" y="41"/>
                  </a:cubicBezTo>
                  <a:cubicBezTo>
                    <a:pt x="38" y="42"/>
                    <a:pt x="37" y="42"/>
                    <a:pt x="33" y="42"/>
                  </a:cubicBezTo>
                  <a:cubicBezTo>
                    <a:pt x="24" y="42"/>
                    <a:pt x="17" y="43"/>
                    <a:pt x="11" y="47"/>
                  </a:cubicBezTo>
                  <a:cubicBezTo>
                    <a:pt x="13" y="50"/>
                    <a:pt x="17" y="55"/>
                    <a:pt x="22" y="55"/>
                  </a:cubicBezTo>
                  <a:cubicBezTo>
                    <a:pt x="25" y="55"/>
                    <a:pt x="32" y="55"/>
                    <a:pt x="34" y="57"/>
                  </a:cubicBezTo>
                  <a:cubicBezTo>
                    <a:pt x="37" y="59"/>
                    <a:pt x="35" y="63"/>
                    <a:pt x="39" y="63"/>
                  </a:cubicBezTo>
                  <a:cubicBezTo>
                    <a:pt x="45" y="63"/>
                    <a:pt x="49" y="63"/>
                    <a:pt x="59" y="63"/>
                  </a:cubicBezTo>
                  <a:cubicBezTo>
                    <a:pt x="64" y="59"/>
                    <a:pt x="69" y="61"/>
                    <a:pt x="75" y="58"/>
                  </a:cubicBezTo>
                  <a:cubicBezTo>
                    <a:pt x="79" y="56"/>
                    <a:pt x="77" y="54"/>
                    <a:pt x="81" y="54"/>
                  </a:cubicBezTo>
                  <a:cubicBezTo>
                    <a:pt x="88" y="54"/>
                    <a:pt x="91" y="60"/>
                    <a:pt x="100" y="60"/>
                  </a:cubicBezTo>
                  <a:cubicBezTo>
                    <a:pt x="105" y="60"/>
                    <a:pt x="111" y="60"/>
                    <a:pt x="113" y="56"/>
                  </a:cubicBezTo>
                  <a:cubicBezTo>
                    <a:pt x="112" y="55"/>
                    <a:pt x="111" y="55"/>
                    <a:pt x="110" y="53"/>
                  </a:cubicBezTo>
                  <a:cubicBezTo>
                    <a:pt x="109" y="53"/>
                    <a:pt x="107" y="53"/>
                    <a:pt x="107" y="51"/>
                  </a:cubicBezTo>
                  <a:cubicBezTo>
                    <a:pt x="107" y="49"/>
                    <a:pt x="108" y="49"/>
                    <a:pt x="110" y="4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0" name="Freeform 111"/>
            <p:cNvSpPr>
              <a:spLocks/>
            </p:cNvSpPr>
            <p:nvPr/>
          </p:nvSpPr>
          <p:spPr bwMode="auto">
            <a:xfrm>
              <a:off x="1682874" y="2256586"/>
              <a:ext cx="221204" cy="146081"/>
            </a:xfrm>
            <a:custGeom>
              <a:avLst/>
              <a:gdLst>
                <a:gd name="T0" fmla="*/ 11 w 67"/>
                <a:gd name="T1" fmla="*/ 38 h 44"/>
                <a:gd name="T2" fmla="*/ 15 w 67"/>
                <a:gd name="T3" fmla="*/ 42 h 44"/>
                <a:gd name="T4" fmla="*/ 18 w 67"/>
                <a:gd name="T5" fmla="*/ 44 h 44"/>
                <a:gd name="T6" fmla="*/ 35 w 67"/>
                <a:gd name="T7" fmla="*/ 37 h 44"/>
                <a:gd name="T8" fmla="*/ 52 w 67"/>
                <a:gd name="T9" fmla="*/ 20 h 44"/>
                <a:gd name="T10" fmla="*/ 67 w 67"/>
                <a:gd name="T11" fmla="*/ 15 h 44"/>
                <a:gd name="T12" fmla="*/ 51 w 67"/>
                <a:gd name="T13" fmla="*/ 5 h 44"/>
                <a:gd name="T14" fmla="*/ 43 w 67"/>
                <a:gd name="T15" fmla="*/ 6 h 44"/>
                <a:gd name="T16" fmla="*/ 31 w 67"/>
                <a:gd name="T17" fmla="*/ 1 h 44"/>
                <a:gd name="T18" fmla="*/ 22 w 67"/>
                <a:gd name="T19" fmla="*/ 3 h 44"/>
                <a:gd name="T20" fmla="*/ 8 w 67"/>
                <a:gd name="T21" fmla="*/ 3 h 44"/>
                <a:gd name="T22" fmla="*/ 12 w 67"/>
                <a:gd name="T23" fmla="*/ 11 h 44"/>
                <a:gd name="T24" fmla="*/ 0 w 67"/>
                <a:gd name="T25" fmla="*/ 33 h 44"/>
                <a:gd name="T26" fmla="*/ 11 w 67"/>
                <a:gd name="T27" fmla="*/ 3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44">
                  <a:moveTo>
                    <a:pt x="11" y="38"/>
                  </a:moveTo>
                  <a:cubicBezTo>
                    <a:pt x="12" y="39"/>
                    <a:pt x="13" y="42"/>
                    <a:pt x="15" y="42"/>
                  </a:cubicBezTo>
                  <a:cubicBezTo>
                    <a:pt x="16" y="42"/>
                    <a:pt x="16" y="44"/>
                    <a:pt x="18" y="44"/>
                  </a:cubicBezTo>
                  <a:cubicBezTo>
                    <a:pt x="20" y="44"/>
                    <a:pt x="35" y="39"/>
                    <a:pt x="35" y="37"/>
                  </a:cubicBezTo>
                  <a:cubicBezTo>
                    <a:pt x="35" y="32"/>
                    <a:pt x="45" y="22"/>
                    <a:pt x="52" y="20"/>
                  </a:cubicBezTo>
                  <a:cubicBezTo>
                    <a:pt x="55" y="19"/>
                    <a:pt x="67" y="18"/>
                    <a:pt x="67" y="15"/>
                  </a:cubicBezTo>
                  <a:cubicBezTo>
                    <a:pt x="67" y="10"/>
                    <a:pt x="56" y="5"/>
                    <a:pt x="51" y="5"/>
                  </a:cubicBezTo>
                  <a:cubicBezTo>
                    <a:pt x="48" y="5"/>
                    <a:pt x="45" y="8"/>
                    <a:pt x="43" y="6"/>
                  </a:cubicBezTo>
                  <a:cubicBezTo>
                    <a:pt x="38" y="6"/>
                    <a:pt x="36" y="3"/>
                    <a:pt x="31" y="1"/>
                  </a:cubicBezTo>
                  <a:cubicBezTo>
                    <a:pt x="27" y="0"/>
                    <a:pt x="24" y="3"/>
                    <a:pt x="22" y="3"/>
                  </a:cubicBezTo>
                  <a:cubicBezTo>
                    <a:pt x="16" y="3"/>
                    <a:pt x="14" y="1"/>
                    <a:pt x="8" y="3"/>
                  </a:cubicBezTo>
                  <a:cubicBezTo>
                    <a:pt x="8" y="6"/>
                    <a:pt x="12" y="9"/>
                    <a:pt x="12" y="11"/>
                  </a:cubicBezTo>
                  <a:cubicBezTo>
                    <a:pt x="12" y="19"/>
                    <a:pt x="0" y="25"/>
                    <a:pt x="0" y="33"/>
                  </a:cubicBezTo>
                  <a:cubicBezTo>
                    <a:pt x="0" y="36"/>
                    <a:pt x="9" y="35"/>
                    <a:pt x="11" y="3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1" name="Freeform 112"/>
            <p:cNvSpPr>
              <a:spLocks noEditPoints="1"/>
            </p:cNvSpPr>
            <p:nvPr/>
          </p:nvSpPr>
          <p:spPr bwMode="auto">
            <a:xfrm>
              <a:off x="1858167" y="2157807"/>
              <a:ext cx="260158" cy="108517"/>
            </a:xfrm>
            <a:custGeom>
              <a:avLst/>
              <a:gdLst>
                <a:gd name="T0" fmla="*/ 14 w 79"/>
                <a:gd name="T1" fmla="*/ 8 h 33"/>
                <a:gd name="T2" fmla="*/ 13 w 79"/>
                <a:gd name="T3" fmla="*/ 8 h 33"/>
                <a:gd name="T4" fmla="*/ 8 w 79"/>
                <a:gd name="T5" fmla="*/ 11 h 33"/>
                <a:gd name="T6" fmla="*/ 11 w 79"/>
                <a:gd name="T7" fmla="*/ 12 h 33"/>
                <a:gd name="T8" fmla="*/ 10 w 79"/>
                <a:gd name="T9" fmla="*/ 12 h 33"/>
                <a:gd name="T10" fmla="*/ 6 w 79"/>
                <a:gd name="T11" fmla="*/ 12 h 33"/>
                <a:gd name="T12" fmla="*/ 6 w 79"/>
                <a:gd name="T13" fmla="*/ 15 h 33"/>
                <a:gd name="T14" fmla="*/ 8 w 79"/>
                <a:gd name="T15" fmla="*/ 16 h 33"/>
                <a:gd name="T16" fmla="*/ 6 w 79"/>
                <a:gd name="T17" fmla="*/ 16 h 33"/>
                <a:gd name="T18" fmla="*/ 0 w 79"/>
                <a:gd name="T19" fmla="*/ 18 h 33"/>
                <a:gd name="T20" fmla="*/ 0 w 79"/>
                <a:gd name="T21" fmla="*/ 21 h 33"/>
                <a:gd name="T22" fmla="*/ 3 w 79"/>
                <a:gd name="T23" fmla="*/ 25 h 33"/>
                <a:gd name="T24" fmla="*/ 11 w 79"/>
                <a:gd name="T25" fmla="*/ 26 h 33"/>
                <a:gd name="T26" fmla="*/ 21 w 79"/>
                <a:gd name="T27" fmla="*/ 25 h 33"/>
                <a:gd name="T28" fmla="*/ 23 w 79"/>
                <a:gd name="T29" fmla="*/ 22 h 33"/>
                <a:gd name="T30" fmla="*/ 27 w 79"/>
                <a:gd name="T31" fmla="*/ 27 h 33"/>
                <a:gd name="T32" fmla="*/ 21 w 79"/>
                <a:gd name="T33" fmla="*/ 30 h 33"/>
                <a:gd name="T34" fmla="*/ 27 w 79"/>
                <a:gd name="T35" fmla="*/ 33 h 33"/>
                <a:gd name="T36" fmla="*/ 42 w 79"/>
                <a:gd name="T37" fmla="*/ 30 h 33"/>
                <a:gd name="T38" fmla="*/ 57 w 79"/>
                <a:gd name="T39" fmla="*/ 26 h 33"/>
                <a:gd name="T40" fmla="*/ 72 w 79"/>
                <a:gd name="T41" fmla="*/ 26 h 33"/>
                <a:gd name="T42" fmla="*/ 79 w 79"/>
                <a:gd name="T43" fmla="*/ 16 h 33"/>
                <a:gd name="T44" fmla="*/ 74 w 79"/>
                <a:gd name="T45" fmla="*/ 10 h 33"/>
                <a:gd name="T46" fmla="*/ 68 w 79"/>
                <a:gd name="T47" fmla="*/ 13 h 33"/>
                <a:gd name="T48" fmla="*/ 59 w 79"/>
                <a:gd name="T49" fmla="*/ 4 h 33"/>
                <a:gd name="T50" fmla="*/ 59 w 79"/>
                <a:gd name="T51" fmla="*/ 1 h 33"/>
                <a:gd name="T52" fmla="*/ 55 w 79"/>
                <a:gd name="T53" fmla="*/ 0 h 33"/>
                <a:gd name="T54" fmla="*/ 48 w 79"/>
                <a:gd name="T55" fmla="*/ 7 h 33"/>
                <a:gd name="T56" fmla="*/ 54 w 79"/>
                <a:gd name="T57" fmla="*/ 10 h 33"/>
                <a:gd name="T58" fmla="*/ 54 w 79"/>
                <a:gd name="T59" fmla="*/ 13 h 33"/>
                <a:gd name="T60" fmla="*/ 51 w 79"/>
                <a:gd name="T61" fmla="*/ 14 h 33"/>
                <a:gd name="T62" fmla="*/ 55 w 79"/>
                <a:gd name="T63" fmla="*/ 15 h 33"/>
                <a:gd name="T64" fmla="*/ 50 w 79"/>
                <a:gd name="T65" fmla="*/ 17 h 33"/>
                <a:gd name="T66" fmla="*/ 28 w 79"/>
                <a:gd name="T67" fmla="*/ 8 h 33"/>
                <a:gd name="T68" fmla="*/ 23 w 79"/>
                <a:gd name="T69" fmla="*/ 8 h 33"/>
                <a:gd name="T70" fmla="*/ 19 w 79"/>
                <a:gd name="T71" fmla="*/ 5 h 33"/>
                <a:gd name="T72" fmla="*/ 12 w 79"/>
                <a:gd name="T73" fmla="*/ 5 h 33"/>
                <a:gd name="T74" fmla="*/ 14 w 79"/>
                <a:gd name="T75" fmla="*/ 8 h 33"/>
                <a:gd name="T76" fmla="*/ 20 w 79"/>
                <a:gd name="T77" fmla="*/ 13 h 33"/>
                <a:gd name="T78" fmla="*/ 16 w 79"/>
                <a:gd name="T79" fmla="*/ 13 h 33"/>
                <a:gd name="T80" fmla="*/ 20 w 79"/>
                <a:gd name="T81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9" h="33">
                  <a:moveTo>
                    <a:pt x="14" y="8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11" y="8"/>
                    <a:pt x="9" y="9"/>
                    <a:pt x="8" y="11"/>
                  </a:cubicBezTo>
                  <a:cubicBezTo>
                    <a:pt x="9" y="11"/>
                    <a:pt x="10" y="12"/>
                    <a:pt x="11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7" y="16"/>
                    <a:pt x="8" y="16"/>
                  </a:cubicBezTo>
                  <a:cubicBezTo>
                    <a:pt x="8" y="16"/>
                    <a:pt x="7" y="16"/>
                    <a:pt x="6" y="16"/>
                  </a:cubicBezTo>
                  <a:cubicBezTo>
                    <a:pt x="4" y="16"/>
                    <a:pt x="2" y="17"/>
                    <a:pt x="0" y="18"/>
                  </a:cubicBezTo>
                  <a:cubicBezTo>
                    <a:pt x="1" y="19"/>
                    <a:pt x="0" y="19"/>
                    <a:pt x="0" y="21"/>
                  </a:cubicBezTo>
                  <a:cubicBezTo>
                    <a:pt x="0" y="23"/>
                    <a:pt x="2" y="25"/>
                    <a:pt x="3" y="25"/>
                  </a:cubicBezTo>
                  <a:cubicBezTo>
                    <a:pt x="5" y="25"/>
                    <a:pt x="8" y="26"/>
                    <a:pt x="11" y="26"/>
                  </a:cubicBezTo>
                  <a:cubicBezTo>
                    <a:pt x="14" y="26"/>
                    <a:pt x="17" y="25"/>
                    <a:pt x="21" y="25"/>
                  </a:cubicBezTo>
                  <a:cubicBezTo>
                    <a:pt x="21" y="23"/>
                    <a:pt x="22" y="22"/>
                    <a:pt x="23" y="22"/>
                  </a:cubicBezTo>
                  <a:cubicBezTo>
                    <a:pt x="24" y="24"/>
                    <a:pt x="26" y="25"/>
                    <a:pt x="27" y="27"/>
                  </a:cubicBezTo>
                  <a:cubicBezTo>
                    <a:pt x="24" y="27"/>
                    <a:pt x="21" y="26"/>
                    <a:pt x="21" y="30"/>
                  </a:cubicBezTo>
                  <a:cubicBezTo>
                    <a:pt x="21" y="31"/>
                    <a:pt x="25" y="33"/>
                    <a:pt x="27" y="33"/>
                  </a:cubicBezTo>
                  <a:cubicBezTo>
                    <a:pt x="33" y="33"/>
                    <a:pt x="37" y="31"/>
                    <a:pt x="42" y="30"/>
                  </a:cubicBezTo>
                  <a:cubicBezTo>
                    <a:pt x="43" y="29"/>
                    <a:pt x="57" y="26"/>
                    <a:pt x="57" y="26"/>
                  </a:cubicBezTo>
                  <a:cubicBezTo>
                    <a:pt x="57" y="25"/>
                    <a:pt x="71" y="27"/>
                    <a:pt x="72" y="26"/>
                  </a:cubicBezTo>
                  <a:cubicBezTo>
                    <a:pt x="74" y="26"/>
                    <a:pt x="79" y="19"/>
                    <a:pt x="79" y="16"/>
                  </a:cubicBezTo>
                  <a:cubicBezTo>
                    <a:pt x="79" y="13"/>
                    <a:pt x="77" y="10"/>
                    <a:pt x="74" y="10"/>
                  </a:cubicBezTo>
                  <a:cubicBezTo>
                    <a:pt x="71" y="10"/>
                    <a:pt x="70" y="13"/>
                    <a:pt x="68" y="13"/>
                  </a:cubicBezTo>
                  <a:cubicBezTo>
                    <a:pt x="64" y="13"/>
                    <a:pt x="59" y="8"/>
                    <a:pt x="59" y="4"/>
                  </a:cubicBezTo>
                  <a:cubicBezTo>
                    <a:pt x="59" y="4"/>
                    <a:pt x="59" y="3"/>
                    <a:pt x="59" y="1"/>
                  </a:cubicBezTo>
                  <a:cubicBezTo>
                    <a:pt x="58" y="1"/>
                    <a:pt x="56" y="1"/>
                    <a:pt x="55" y="0"/>
                  </a:cubicBezTo>
                  <a:cubicBezTo>
                    <a:pt x="53" y="1"/>
                    <a:pt x="48" y="3"/>
                    <a:pt x="48" y="7"/>
                  </a:cubicBezTo>
                  <a:cubicBezTo>
                    <a:pt x="48" y="9"/>
                    <a:pt x="50" y="10"/>
                    <a:pt x="54" y="10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0" y="13"/>
                    <a:pt x="51" y="14"/>
                    <a:pt x="51" y="14"/>
                  </a:cubicBezTo>
                  <a:cubicBezTo>
                    <a:pt x="52" y="15"/>
                    <a:pt x="53" y="15"/>
                    <a:pt x="55" y="15"/>
                  </a:cubicBezTo>
                  <a:cubicBezTo>
                    <a:pt x="54" y="17"/>
                    <a:pt x="53" y="17"/>
                    <a:pt x="50" y="17"/>
                  </a:cubicBezTo>
                  <a:cubicBezTo>
                    <a:pt x="40" y="17"/>
                    <a:pt x="35" y="8"/>
                    <a:pt x="28" y="8"/>
                  </a:cubicBezTo>
                  <a:cubicBezTo>
                    <a:pt x="28" y="8"/>
                    <a:pt x="26" y="8"/>
                    <a:pt x="23" y="8"/>
                  </a:cubicBezTo>
                  <a:cubicBezTo>
                    <a:pt x="23" y="8"/>
                    <a:pt x="20" y="5"/>
                    <a:pt x="19" y="5"/>
                  </a:cubicBezTo>
                  <a:cubicBezTo>
                    <a:pt x="17" y="5"/>
                    <a:pt x="16" y="5"/>
                    <a:pt x="12" y="5"/>
                  </a:cubicBezTo>
                  <a:cubicBezTo>
                    <a:pt x="12" y="7"/>
                    <a:pt x="13" y="8"/>
                    <a:pt x="14" y="8"/>
                  </a:cubicBezTo>
                  <a:close/>
                  <a:moveTo>
                    <a:pt x="20" y="13"/>
                  </a:moveTo>
                  <a:cubicBezTo>
                    <a:pt x="19" y="13"/>
                    <a:pt x="18" y="13"/>
                    <a:pt x="16" y="13"/>
                  </a:cubicBezTo>
                  <a:cubicBezTo>
                    <a:pt x="17" y="13"/>
                    <a:pt x="19" y="13"/>
                    <a:pt x="20" y="1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2" name="Freeform 113"/>
            <p:cNvSpPr>
              <a:spLocks/>
            </p:cNvSpPr>
            <p:nvPr/>
          </p:nvSpPr>
          <p:spPr bwMode="auto">
            <a:xfrm>
              <a:off x="1821995" y="2193980"/>
              <a:ext cx="31998" cy="26434"/>
            </a:xfrm>
            <a:custGeom>
              <a:avLst/>
              <a:gdLst>
                <a:gd name="T0" fmla="*/ 0 w 10"/>
                <a:gd name="T1" fmla="*/ 6 h 8"/>
                <a:gd name="T2" fmla="*/ 4 w 10"/>
                <a:gd name="T3" fmla="*/ 8 h 8"/>
                <a:gd name="T4" fmla="*/ 10 w 10"/>
                <a:gd name="T5" fmla="*/ 0 h 8"/>
                <a:gd name="T6" fmla="*/ 0 w 10"/>
                <a:gd name="T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8">
                  <a:moveTo>
                    <a:pt x="0" y="6"/>
                  </a:moveTo>
                  <a:cubicBezTo>
                    <a:pt x="0" y="7"/>
                    <a:pt x="2" y="8"/>
                    <a:pt x="4" y="8"/>
                  </a:cubicBezTo>
                  <a:cubicBezTo>
                    <a:pt x="7" y="8"/>
                    <a:pt x="10" y="4"/>
                    <a:pt x="10" y="0"/>
                  </a:cubicBezTo>
                  <a:cubicBezTo>
                    <a:pt x="8" y="0"/>
                    <a:pt x="0" y="2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3" name="Freeform 114"/>
            <p:cNvSpPr>
              <a:spLocks/>
            </p:cNvSpPr>
            <p:nvPr/>
          </p:nvSpPr>
          <p:spPr bwMode="auto">
            <a:xfrm>
              <a:off x="1913816" y="2157807"/>
              <a:ext cx="26433" cy="9739"/>
            </a:xfrm>
            <a:custGeom>
              <a:avLst/>
              <a:gdLst>
                <a:gd name="T0" fmla="*/ 3 w 8"/>
                <a:gd name="T1" fmla="*/ 3 h 3"/>
                <a:gd name="T2" fmla="*/ 8 w 8"/>
                <a:gd name="T3" fmla="*/ 3 h 3"/>
                <a:gd name="T4" fmla="*/ 8 w 8"/>
                <a:gd name="T5" fmla="*/ 0 h 3"/>
                <a:gd name="T6" fmla="*/ 0 w 8"/>
                <a:gd name="T7" fmla="*/ 0 h 3"/>
                <a:gd name="T8" fmla="*/ 3 w 8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3" y="3"/>
                  </a:moveTo>
                  <a:cubicBezTo>
                    <a:pt x="3" y="3"/>
                    <a:pt x="8" y="3"/>
                    <a:pt x="8" y="3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2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4" name="Freeform 115"/>
            <p:cNvSpPr>
              <a:spLocks/>
            </p:cNvSpPr>
            <p:nvPr/>
          </p:nvSpPr>
          <p:spPr bwMode="auto">
            <a:xfrm>
              <a:off x="1745478" y="2125809"/>
              <a:ext cx="148860" cy="82084"/>
            </a:xfrm>
            <a:custGeom>
              <a:avLst/>
              <a:gdLst>
                <a:gd name="T0" fmla="*/ 6 w 45"/>
                <a:gd name="T1" fmla="*/ 21 h 25"/>
                <a:gd name="T2" fmla="*/ 13 w 45"/>
                <a:gd name="T3" fmla="*/ 21 h 25"/>
                <a:gd name="T4" fmla="*/ 16 w 45"/>
                <a:gd name="T5" fmla="*/ 25 h 25"/>
                <a:gd name="T6" fmla="*/ 21 w 45"/>
                <a:gd name="T7" fmla="*/ 20 h 25"/>
                <a:gd name="T8" fmla="*/ 29 w 45"/>
                <a:gd name="T9" fmla="*/ 13 h 25"/>
                <a:gd name="T10" fmla="*/ 34 w 45"/>
                <a:gd name="T11" fmla="*/ 19 h 25"/>
                <a:gd name="T12" fmla="*/ 44 w 45"/>
                <a:gd name="T13" fmla="*/ 12 h 25"/>
                <a:gd name="T14" fmla="*/ 42 w 45"/>
                <a:gd name="T15" fmla="*/ 7 h 25"/>
                <a:gd name="T16" fmla="*/ 45 w 45"/>
                <a:gd name="T17" fmla="*/ 4 h 25"/>
                <a:gd name="T18" fmla="*/ 32 w 45"/>
                <a:gd name="T19" fmla="*/ 3 h 25"/>
                <a:gd name="T20" fmla="*/ 28 w 45"/>
                <a:gd name="T21" fmla="*/ 3 h 25"/>
                <a:gd name="T22" fmla="*/ 16 w 45"/>
                <a:gd name="T23" fmla="*/ 11 h 25"/>
                <a:gd name="T24" fmla="*/ 5 w 45"/>
                <a:gd name="T25" fmla="*/ 16 h 25"/>
                <a:gd name="T26" fmla="*/ 0 w 45"/>
                <a:gd name="T27" fmla="*/ 20 h 25"/>
                <a:gd name="T28" fmla="*/ 2 w 45"/>
                <a:gd name="T29" fmla="*/ 23 h 25"/>
                <a:gd name="T30" fmla="*/ 6 w 45"/>
                <a:gd name="T31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" h="25">
                  <a:moveTo>
                    <a:pt x="6" y="21"/>
                  </a:moveTo>
                  <a:cubicBezTo>
                    <a:pt x="8" y="21"/>
                    <a:pt x="10" y="23"/>
                    <a:pt x="13" y="21"/>
                  </a:cubicBezTo>
                  <a:cubicBezTo>
                    <a:pt x="13" y="22"/>
                    <a:pt x="15" y="25"/>
                    <a:pt x="16" y="25"/>
                  </a:cubicBezTo>
                  <a:cubicBezTo>
                    <a:pt x="19" y="25"/>
                    <a:pt x="21" y="22"/>
                    <a:pt x="21" y="20"/>
                  </a:cubicBezTo>
                  <a:cubicBezTo>
                    <a:pt x="25" y="20"/>
                    <a:pt x="28" y="17"/>
                    <a:pt x="29" y="13"/>
                  </a:cubicBezTo>
                  <a:cubicBezTo>
                    <a:pt x="31" y="14"/>
                    <a:pt x="31" y="19"/>
                    <a:pt x="34" y="19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44" y="10"/>
                    <a:pt x="43" y="10"/>
                    <a:pt x="42" y="7"/>
                  </a:cubicBezTo>
                  <a:cubicBezTo>
                    <a:pt x="44" y="7"/>
                    <a:pt x="45" y="5"/>
                    <a:pt x="45" y="4"/>
                  </a:cubicBezTo>
                  <a:cubicBezTo>
                    <a:pt x="45" y="0"/>
                    <a:pt x="32" y="3"/>
                    <a:pt x="32" y="3"/>
                  </a:cubicBezTo>
                  <a:cubicBezTo>
                    <a:pt x="30" y="3"/>
                    <a:pt x="30" y="3"/>
                    <a:pt x="28" y="3"/>
                  </a:cubicBezTo>
                  <a:cubicBezTo>
                    <a:pt x="21" y="3"/>
                    <a:pt x="20" y="9"/>
                    <a:pt x="16" y="11"/>
                  </a:cubicBezTo>
                  <a:cubicBezTo>
                    <a:pt x="12" y="14"/>
                    <a:pt x="9" y="14"/>
                    <a:pt x="5" y="16"/>
                  </a:cubicBezTo>
                  <a:cubicBezTo>
                    <a:pt x="4" y="16"/>
                    <a:pt x="0" y="19"/>
                    <a:pt x="0" y="20"/>
                  </a:cubicBezTo>
                  <a:cubicBezTo>
                    <a:pt x="0" y="21"/>
                    <a:pt x="2" y="22"/>
                    <a:pt x="2" y="23"/>
                  </a:cubicBezTo>
                  <a:cubicBezTo>
                    <a:pt x="4" y="23"/>
                    <a:pt x="5" y="21"/>
                    <a:pt x="6" y="2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5" name="Freeform 116"/>
            <p:cNvSpPr>
              <a:spLocks/>
            </p:cNvSpPr>
            <p:nvPr/>
          </p:nvSpPr>
          <p:spPr bwMode="auto">
            <a:xfrm>
              <a:off x="1947205" y="2068767"/>
              <a:ext cx="84864" cy="26434"/>
            </a:xfrm>
            <a:custGeom>
              <a:avLst/>
              <a:gdLst>
                <a:gd name="T0" fmla="*/ 10 w 26"/>
                <a:gd name="T1" fmla="*/ 7 h 8"/>
                <a:gd name="T2" fmla="*/ 20 w 26"/>
                <a:gd name="T3" fmla="*/ 7 h 8"/>
                <a:gd name="T4" fmla="*/ 26 w 26"/>
                <a:gd name="T5" fmla="*/ 6 h 8"/>
                <a:gd name="T6" fmla="*/ 16 w 26"/>
                <a:gd name="T7" fmla="*/ 0 h 8"/>
                <a:gd name="T8" fmla="*/ 0 w 26"/>
                <a:gd name="T9" fmla="*/ 8 h 8"/>
                <a:gd name="T10" fmla="*/ 4 w 26"/>
                <a:gd name="T11" fmla="*/ 6 h 8"/>
                <a:gd name="T12" fmla="*/ 10 w 26"/>
                <a:gd name="T13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8">
                  <a:moveTo>
                    <a:pt x="10" y="7"/>
                  </a:moveTo>
                  <a:cubicBezTo>
                    <a:pt x="15" y="7"/>
                    <a:pt x="13" y="7"/>
                    <a:pt x="20" y="7"/>
                  </a:cubicBezTo>
                  <a:cubicBezTo>
                    <a:pt x="22" y="7"/>
                    <a:pt x="24" y="6"/>
                    <a:pt x="26" y="6"/>
                  </a:cubicBezTo>
                  <a:cubicBezTo>
                    <a:pt x="25" y="3"/>
                    <a:pt x="21" y="0"/>
                    <a:pt x="16" y="0"/>
                  </a:cubicBezTo>
                  <a:cubicBezTo>
                    <a:pt x="13" y="0"/>
                    <a:pt x="0" y="5"/>
                    <a:pt x="0" y="8"/>
                  </a:cubicBezTo>
                  <a:cubicBezTo>
                    <a:pt x="1" y="8"/>
                    <a:pt x="2" y="6"/>
                    <a:pt x="4" y="6"/>
                  </a:cubicBezTo>
                  <a:cubicBezTo>
                    <a:pt x="6" y="6"/>
                    <a:pt x="7" y="7"/>
                    <a:pt x="10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6" name="Freeform 117"/>
            <p:cNvSpPr>
              <a:spLocks/>
            </p:cNvSpPr>
            <p:nvPr/>
          </p:nvSpPr>
          <p:spPr bwMode="auto">
            <a:xfrm>
              <a:off x="1947205" y="2102157"/>
              <a:ext cx="75126" cy="38955"/>
            </a:xfrm>
            <a:custGeom>
              <a:avLst/>
              <a:gdLst>
                <a:gd name="T0" fmla="*/ 19 w 23"/>
                <a:gd name="T1" fmla="*/ 0 h 12"/>
                <a:gd name="T2" fmla="*/ 0 w 23"/>
                <a:gd name="T3" fmla="*/ 5 h 12"/>
                <a:gd name="T4" fmla="*/ 7 w 23"/>
                <a:gd name="T5" fmla="*/ 12 h 12"/>
                <a:gd name="T6" fmla="*/ 20 w 23"/>
                <a:gd name="T7" fmla="*/ 5 h 12"/>
                <a:gd name="T8" fmla="*/ 13 w 23"/>
                <a:gd name="T9" fmla="*/ 5 h 12"/>
                <a:gd name="T10" fmla="*/ 23 w 23"/>
                <a:gd name="T11" fmla="*/ 2 h 12"/>
                <a:gd name="T12" fmla="*/ 19 w 23"/>
                <a:gd name="T1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12">
                  <a:moveTo>
                    <a:pt x="19" y="0"/>
                  </a:moveTo>
                  <a:cubicBezTo>
                    <a:pt x="14" y="0"/>
                    <a:pt x="0" y="0"/>
                    <a:pt x="0" y="5"/>
                  </a:cubicBezTo>
                  <a:cubicBezTo>
                    <a:pt x="0" y="7"/>
                    <a:pt x="4" y="12"/>
                    <a:pt x="7" y="12"/>
                  </a:cubicBezTo>
                  <a:cubicBezTo>
                    <a:pt x="12" y="12"/>
                    <a:pt x="20" y="9"/>
                    <a:pt x="20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7" y="5"/>
                    <a:pt x="20" y="4"/>
                    <a:pt x="23" y="2"/>
                  </a:cubicBezTo>
                  <a:cubicBezTo>
                    <a:pt x="22" y="1"/>
                    <a:pt x="21" y="0"/>
                    <a:pt x="19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7" name="Freeform 118"/>
            <p:cNvSpPr>
              <a:spLocks/>
            </p:cNvSpPr>
            <p:nvPr/>
          </p:nvSpPr>
          <p:spPr bwMode="auto">
            <a:xfrm>
              <a:off x="1909642" y="2095201"/>
              <a:ext cx="26433" cy="30607"/>
            </a:xfrm>
            <a:custGeom>
              <a:avLst/>
              <a:gdLst>
                <a:gd name="T0" fmla="*/ 5 w 8"/>
                <a:gd name="T1" fmla="*/ 9 h 9"/>
                <a:gd name="T2" fmla="*/ 8 w 8"/>
                <a:gd name="T3" fmla="*/ 6 h 9"/>
                <a:gd name="T4" fmla="*/ 0 w 8"/>
                <a:gd name="T5" fmla="*/ 6 h 9"/>
                <a:gd name="T6" fmla="*/ 5 w 8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9">
                  <a:moveTo>
                    <a:pt x="5" y="9"/>
                  </a:moveTo>
                  <a:cubicBezTo>
                    <a:pt x="6" y="9"/>
                    <a:pt x="7" y="8"/>
                    <a:pt x="8" y="6"/>
                  </a:cubicBezTo>
                  <a:cubicBezTo>
                    <a:pt x="7" y="6"/>
                    <a:pt x="0" y="0"/>
                    <a:pt x="0" y="6"/>
                  </a:cubicBezTo>
                  <a:cubicBezTo>
                    <a:pt x="0" y="7"/>
                    <a:pt x="3" y="9"/>
                    <a:pt x="5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8" name="Freeform 119"/>
            <p:cNvSpPr>
              <a:spLocks/>
            </p:cNvSpPr>
            <p:nvPr/>
          </p:nvSpPr>
          <p:spPr bwMode="auto">
            <a:xfrm>
              <a:off x="2193450" y="2289976"/>
              <a:ext cx="121036" cy="105735"/>
            </a:xfrm>
            <a:custGeom>
              <a:avLst/>
              <a:gdLst>
                <a:gd name="T0" fmla="*/ 32 w 37"/>
                <a:gd name="T1" fmla="*/ 15 h 32"/>
                <a:gd name="T2" fmla="*/ 32 w 37"/>
                <a:gd name="T3" fmla="*/ 12 h 32"/>
                <a:gd name="T4" fmla="*/ 24 w 37"/>
                <a:gd name="T5" fmla="*/ 12 h 32"/>
                <a:gd name="T6" fmla="*/ 31 w 37"/>
                <a:gd name="T7" fmla="*/ 3 h 32"/>
                <a:gd name="T8" fmla="*/ 29 w 37"/>
                <a:gd name="T9" fmla="*/ 0 h 32"/>
                <a:gd name="T10" fmla="*/ 20 w 37"/>
                <a:gd name="T11" fmla="*/ 0 h 32"/>
                <a:gd name="T12" fmla="*/ 6 w 37"/>
                <a:gd name="T13" fmla="*/ 3 h 32"/>
                <a:gd name="T14" fmla="*/ 5 w 37"/>
                <a:gd name="T15" fmla="*/ 5 h 32"/>
                <a:gd name="T16" fmla="*/ 12 w 37"/>
                <a:gd name="T17" fmla="*/ 8 h 32"/>
                <a:gd name="T18" fmla="*/ 12 w 37"/>
                <a:gd name="T19" fmla="*/ 16 h 32"/>
                <a:gd name="T20" fmla="*/ 8 w 37"/>
                <a:gd name="T21" fmla="*/ 16 h 32"/>
                <a:gd name="T22" fmla="*/ 0 w 37"/>
                <a:gd name="T23" fmla="*/ 12 h 32"/>
                <a:gd name="T24" fmla="*/ 0 w 37"/>
                <a:gd name="T25" fmla="*/ 16 h 32"/>
                <a:gd name="T26" fmla="*/ 19 w 37"/>
                <a:gd name="T27" fmla="*/ 28 h 32"/>
                <a:gd name="T28" fmla="*/ 24 w 37"/>
                <a:gd name="T29" fmla="*/ 32 h 32"/>
                <a:gd name="T30" fmla="*/ 28 w 37"/>
                <a:gd name="T31" fmla="*/ 28 h 32"/>
                <a:gd name="T32" fmla="*/ 37 w 37"/>
                <a:gd name="T33" fmla="*/ 16 h 32"/>
                <a:gd name="T34" fmla="*/ 32 w 37"/>
                <a:gd name="T35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32">
                  <a:moveTo>
                    <a:pt x="32" y="15"/>
                  </a:moveTo>
                  <a:cubicBezTo>
                    <a:pt x="32" y="13"/>
                    <a:pt x="32" y="15"/>
                    <a:pt x="32" y="12"/>
                  </a:cubicBezTo>
                  <a:cubicBezTo>
                    <a:pt x="32" y="9"/>
                    <a:pt x="26" y="11"/>
                    <a:pt x="24" y="12"/>
                  </a:cubicBezTo>
                  <a:cubicBezTo>
                    <a:pt x="25" y="10"/>
                    <a:pt x="31" y="7"/>
                    <a:pt x="31" y="3"/>
                  </a:cubicBezTo>
                  <a:cubicBezTo>
                    <a:pt x="31" y="2"/>
                    <a:pt x="30" y="0"/>
                    <a:pt x="29" y="0"/>
                  </a:cubicBezTo>
                  <a:cubicBezTo>
                    <a:pt x="29" y="0"/>
                    <a:pt x="24" y="0"/>
                    <a:pt x="20" y="0"/>
                  </a:cubicBezTo>
                  <a:cubicBezTo>
                    <a:pt x="15" y="0"/>
                    <a:pt x="10" y="0"/>
                    <a:pt x="6" y="3"/>
                  </a:cubicBezTo>
                  <a:cubicBezTo>
                    <a:pt x="6" y="4"/>
                    <a:pt x="5" y="5"/>
                    <a:pt x="5" y="5"/>
                  </a:cubicBezTo>
                  <a:cubicBezTo>
                    <a:pt x="5" y="8"/>
                    <a:pt x="8" y="8"/>
                    <a:pt x="12" y="8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1" y="16"/>
                    <a:pt x="8" y="16"/>
                  </a:cubicBezTo>
                  <a:cubicBezTo>
                    <a:pt x="5" y="16"/>
                    <a:pt x="0" y="12"/>
                    <a:pt x="0" y="12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" y="22"/>
                    <a:pt x="13" y="21"/>
                    <a:pt x="19" y="28"/>
                  </a:cubicBezTo>
                  <a:cubicBezTo>
                    <a:pt x="20" y="29"/>
                    <a:pt x="20" y="32"/>
                    <a:pt x="24" y="32"/>
                  </a:cubicBezTo>
                  <a:cubicBezTo>
                    <a:pt x="26" y="32"/>
                    <a:pt x="26" y="29"/>
                    <a:pt x="28" y="28"/>
                  </a:cubicBezTo>
                  <a:cubicBezTo>
                    <a:pt x="35" y="25"/>
                    <a:pt x="36" y="29"/>
                    <a:pt x="37" y="16"/>
                  </a:cubicBezTo>
                  <a:cubicBezTo>
                    <a:pt x="36" y="16"/>
                    <a:pt x="32" y="15"/>
                    <a:pt x="32" y="1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49" name="Freeform 120"/>
            <p:cNvSpPr>
              <a:spLocks/>
            </p:cNvSpPr>
            <p:nvPr/>
          </p:nvSpPr>
          <p:spPr bwMode="auto">
            <a:xfrm>
              <a:off x="2140584" y="2167546"/>
              <a:ext cx="141904" cy="76519"/>
            </a:xfrm>
            <a:custGeom>
              <a:avLst/>
              <a:gdLst>
                <a:gd name="T0" fmla="*/ 0 w 43"/>
                <a:gd name="T1" fmla="*/ 7 h 23"/>
                <a:gd name="T2" fmla="*/ 6 w 43"/>
                <a:gd name="T3" fmla="*/ 10 h 23"/>
                <a:gd name="T4" fmla="*/ 7 w 43"/>
                <a:gd name="T5" fmla="*/ 13 h 23"/>
                <a:gd name="T6" fmla="*/ 10 w 43"/>
                <a:gd name="T7" fmla="*/ 13 h 23"/>
                <a:gd name="T8" fmla="*/ 13 w 43"/>
                <a:gd name="T9" fmla="*/ 15 h 23"/>
                <a:gd name="T10" fmla="*/ 30 w 43"/>
                <a:gd name="T11" fmla="*/ 12 h 23"/>
                <a:gd name="T12" fmla="*/ 32 w 43"/>
                <a:gd name="T13" fmla="*/ 13 h 23"/>
                <a:gd name="T14" fmla="*/ 27 w 43"/>
                <a:gd name="T15" fmla="*/ 16 h 23"/>
                <a:gd name="T16" fmla="*/ 27 w 43"/>
                <a:gd name="T17" fmla="*/ 18 h 23"/>
                <a:gd name="T18" fmla="*/ 25 w 43"/>
                <a:gd name="T19" fmla="*/ 21 h 23"/>
                <a:gd name="T20" fmla="*/ 32 w 43"/>
                <a:gd name="T21" fmla="*/ 22 h 23"/>
                <a:gd name="T22" fmla="*/ 41 w 43"/>
                <a:gd name="T23" fmla="*/ 20 h 23"/>
                <a:gd name="T24" fmla="*/ 43 w 43"/>
                <a:gd name="T25" fmla="*/ 6 h 23"/>
                <a:gd name="T26" fmla="*/ 39 w 43"/>
                <a:gd name="T27" fmla="*/ 1 h 23"/>
                <a:gd name="T28" fmla="*/ 34 w 43"/>
                <a:gd name="T29" fmla="*/ 2 h 23"/>
                <a:gd name="T30" fmla="*/ 24 w 43"/>
                <a:gd name="T31" fmla="*/ 0 h 23"/>
                <a:gd name="T32" fmla="*/ 20 w 43"/>
                <a:gd name="T33" fmla="*/ 0 h 23"/>
                <a:gd name="T34" fmla="*/ 28 w 43"/>
                <a:gd name="T35" fmla="*/ 3 h 23"/>
                <a:gd name="T36" fmla="*/ 28 w 43"/>
                <a:gd name="T37" fmla="*/ 8 h 23"/>
                <a:gd name="T38" fmla="*/ 16 w 43"/>
                <a:gd name="T39" fmla="*/ 3 h 23"/>
                <a:gd name="T40" fmla="*/ 16 w 43"/>
                <a:gd name="T41" fmla="*/ 6 h 23"/>
                <a:gd name="T42" fmla="*/ 20 w 43"/>
                <a:gd name="T43" fmla="*/ 10 h 23"/>
                <a:gd name="T44" fmla="*/ 3 w 43"/>
                <a:gd name="T45" fmla="*/ 1 h 23"/>
                <a:gd name="T46" fmla="*/ 0 w 43"/>
                <a:gd name="T47" fmla="*/ 1 h 23"/>
                <a:gd name="T48" fmla="*/ 1 w 43"/>
                <a:gd name="T49" fmla="*/ 4 h 23"/>
                <a:gd name="T50" fmla="*/ 0 w 43"/>
                <a:gd name="T51" fmla="*/ 3 h 23"/>
                <a:gd name="T52" fmla="*/ 0 w 43"/>
                <a:gd name="T53" fmla="*/ 7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" h="23">
                  <a:moveTo>
                    <a:pt x="0" y="7"/>
                  </a:moveTo>
                  <a:cubicBezTo>
                    <a:pt x="4" y="8"/>
                    <a:pt x="4" y="11"/>
                    <a:pt x="6" y="10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12" y="15"/>
                    <a:pt x="13" y="15"/>
                  </a:cubicBezTo>
                  <a:cubicBezTo>
                    <a:pt x="18" y="15"/>
                    <a:pt x="26" y="12"/>
                    <a:pt x="30" y="12"/>
                  </a:cubicBezTo>
                  <a:cubicBezTo>
                    <a:pt x="31" y="12"/>
                    <a:pt x="32" y="12"/>
                    <a:pt x="32" y="13"/>
                  </a:cubicBezTo>
                  <a:cubicBezTo>
                    <a:pt x="31" y="14"/>
                    <a:pt x="27" y="14"/>
                    <a:pt x="27" y="16"/>
                  </a:cubicBezTo>
                  <a:cubicBezTo>
                    <a:pt x="26" y="17"/>
                    <a:pt x="26" y="18"/>
                    <a:pt x="27" y="18"/>
                  </a:cubicBezTo>
                  <a:cubicBezTo>
                    <a:pt x="26" y="19"/>
                    <a:pt x="25" y="20"/>
                    <a:pt x="25" y="21"/>
                  </a:cubicBezTo>
                  <a:cubicBezTo>
                    <a:pt x="25" y="23"/>
                    <a:pt x="31" y="22"/>
                    <a:pt x="32" y="22"/>
                  </a:cubicBezTo>
                  <a:cubicBezTo>
                    <a:pt x="33" y="22"/>
                    <a:pt x="38" y="22"/>
                    <a:pt x="41" y="20"/>
                  </a:cubicBezTo>
                  <a:cubicBezTo>
                    <a:pt x="41" y="14"/>
                    <a:pt x="43" y="11"/>
                    <a:pt x="43" y="6"/>
                  </a:cubicBezTo>
                  <a:cubicBezTo>
                    <a:pt x="43" y="3"/>
                    <a:pt x="43" y="1"/>
                    <a:pt x="39" y="1"/>
                  </a:cubicBezTo>
                  <a:cubicBezTo>
                    <a:pt x="37" y="1"/>
                    <a:pt x="36" y="2"/>
                    <a:pt x="34" y="2"/>
                  </a:cubicBezTo>
                  <a:cubicBezTo>
                    <a:pt x="30" y="2"/>
                    <a:pt x="28" y="0"/>
                    <a:pt x="24" y="0"/>
                  </a:cubicBezTo>
                  <a:cubicBezTo>
                    <a:pt x="22" y="0"/>
                    <a:pt x="22" y="0"/>
                    <a:pt x="20" y="0"/>
                  </a:cubicBezTo>
                  <a:cubicBezTo>
                    <a:pt x="21" y="3"/>
                    <a:pt x="24" y="3"/>
                    <a:pt x="28" y="3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4" y="8"/>
                    <a:pt x="20" y="3"/>
                    <a:pt x="16" y="3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7"/>
                    <a:pt x="18" y="9"/>
                    <a:pt x="20" y="10"/>
                  </a:cubicBezTo>
                  <a:cubicBezTo>
                    <a:pt x="13" y="12"/>
                    <a:pt x="9" y="1"/>
                    <a:pt x="3" y="1"/>
                  </a:cubicBezTo>
                  <a:cubicBezTo>
                    <a:pt x="2" y="1"/>
                    <a:pt x="1" y="1"/>
                    <a:pt x="0" y="1"/>
                  </a:cubicBezTo>
                  <a:cubicBezTo>
                    <a:pt x="0" y="1"/>
                    <a:pt x="0" y="3"/>
                    <a:pt x="1" y="4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0" name="Freeform 121"/>
            <p:cNvSpPr>
              <a:spLocks/>
            </p:cNvSpPr>
            <p:nvPr/>
          </p:nvSpPr>
          <p:spPr bwMode="auto">
            <a:xfrm>
              <a:off x="2249099" y="2451361"/>
              <a:ext cx="82082" cy="50085"/>
            </a:xfrm>
            <a:custGeom>
              <a:avLst/>
              <a:gdLst>
                <a:gd name="T0" fmla="*/ 5 w 25"/>
                <a:gd name="T1" fmla="*/ 7 h 15"/>
                <a:gd name="T2" fmla="*/ 0 w 25"/>
                <a:gd name="T3" fmla="*/ 9 h 15"/>
                <a:gd name="T4" fmla="*/ 20 w 25"/>
                <a:gd name="T5" fmla="*/ 15 h 15"/>
                <a:gd name="T6" fmla="*/ 25 w 25"/>
                <a:gd name="T7" fmla="*/ 12 h 15"/>
                <a:gd name="T8" fmla="*/ 11 w 25"/>
                <a:gd name="T9" fmla="*/ 0 h 15"/>
                <a:gd name="T10" fmla="*/ 5 w 25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" h="15">
                  <a:moveTo>
                    <a:pt x="5" y="7"/>
                  </a:moveTo>
                  <a:cubicBezTo>
                    <a:pt x="4" y="8"/>
                    <a:pt x="0" y="7"/>
                    <a:pt x="0" y="9"/>
                  </a:cubicBezTo>
                  <a:cubicBezTo>
                    <a:pt x="0" y="9"/>
                    <a:pt x="17" y="15"/>
                    <a:pt x="20" y="15"/>
                  </a:cubicBezTo>
                  <a:cubicBezTo>
                    <a:pt x="22" y="15"/>
                    <a:pt x="23" y="13"/>
                    <a:pt x="25" y="12"/>
                  </a:cubicBezTo>
                  <a:cubicBezTo>
                    <a:pt x="24" y="9"/>
                    <a:pt x="15" y="0"/>
                    <a:pt x="11" y="0"/>
                  </a:cubicBezTo>
                  <a:cubicBezTo>
                    <a:pt x="7" y="0"/>
                    <a:pt x="8" y="7"/>
                    <a:pt x="5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1" name="Freeform 122"/>
            <p:cNvSpPr>
              <a:spLocks/>
            </p:cNvSpPr>
            <p:nvPr/>
          </p:nvSpPr>
          <p:spPr bwMode="auto">
            <a:xfrm>
              <a:off x="2325616" y="2277455"/>
              <a:ext cx="114080" cy="91822"/>
            </a:xfrm>
            <a:custGeom>
              <a:avLst/>
              <a:gdLst>
                <a:gd name="T0" fmla="*/ 18 w 35"/>
                <a:gd name="T1" fmla="*/ 18 h 28"/>
                <a:gd name="T2" fmla="*/ 31 w 35"/>
                <a:gd name="T3" fmla="*/ 9 h 28"/>
                <a:gd name="T4" fmla="*/ 35 w 35"/>
                <a:gd name="T5" fmla="*/ 6 h 28"/>
                <a:gd name="T6" fmla="*/ 35 w 35"/>
                <a:gd name="T7" fmla="*/ 3 h 28"/>
                <a:gd name="T8" fmla="*/ 13 w 35"/>
                <a:gd name="T9" fmla="*/ 0 h 28"/>
                <a:gd name="T10" fmla="*/ 8 w 35"/>
                <a:gd name="T11" fmla="*/ 3 h 28"/>
                <a:gd name="T12" fmla="*/ 8 w 35"/>
                <a:gd name="T13" fmla="*/ 4 h 28"/>
                <a:gd name="T14" fmla="*/ 0 w 35"/>
                <a:gd name="T15" fmla="*/ 4 h 28"/>
                <a:gd name="T16" fmla="*/ 0 w 35"/>
                <a:gd name="T17" fmla="*/ 9 h 28"/>
                <a:gd name="T18" fmla="*/ 4 w 35"/>
                <a:gd name="T19" fmla="*/ 21 h 28"/>
                <a:gd name="T20" fmla="*/ 5 w 35"/>
                <a:gd name="T21" fmla="*/ 28 h 28"/>
                <a:gd name="T22" fmla="*/ 9 w 35"/>
                <a:gd name="T23" fmla="*/ 28 h 28"/>
                <a:gd name="T24" fmla="*/ 14 w 35"/>
                <a:gd name="T25" fmla="*/ 20 h 28"/>
                <a:gd name="T26" fmla="*/ 11 w 35"/>
                <a:gd name="T27" fmla="*/ 20 h 28"/>
                <a:gd name="T28" fmla="*/ 18 w 35"/>
                <a:gd name="T29" fmla="*/ 1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" h="28">
                  <a:moveTo>
                    <a:pt x="18" y="18"/>
                  </a:moveTo>
                  <a:cubicBezTo>
                    <a:pt x="25" y="18"/>
                    <a:pt x="28" y="13"/>
                    <a:pt x="31" y="9"/>
                  </a:cubicBezTo>
                  <a:cubicBezTo>
                    <a:pt x="31" y="9"/>
                    <a:pt x="35" y="6"/>
                    <a:pt x="35" y="6"/>
                  </a:cubicBezTo>
                  <a:cubicBezTo>
                    <a:pt x="35" y="5"/>
                    <a:pt x="35" y="4"/>
                    <a:pt x="35" y="3"/>
                  </a:cubicBezTo>
                  <a:cubicBezTo>
                    <a:pt x="27" y="3"/>
                    <a:pt x="21" y="0"/>
                    <a:pt x="13" y="0"/>
                  </a:cubicBezTo>
                  <a:cubicBezTo>
                    <a:pt x="9" y="0"/>
                    <a:pt x="8" y="2"/>
                    <a:pt x="8" y="3"/>
                  </a:cubicBezTo>
                  <a:cubicBezTo>
                    <a:pt x="8" y="3"/>
                    <a:pt x="8" y="4"/>
                    <a:pt x="8" y="4"/>
                  </a:cubicBezTo>
                  <a:cubicBezTo>
                    <a:pt x="4" y="4"/>
                    <a:pt x="4" y="4"/>
                    <a:pt x="0" y="4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14"/>
                    <a:pt x="1" y="17"/>
                    <a:pt x="4" y="21"/>
                  </a:cubicBezTo>
                  <a:cubicBezTo>
                    <a:pt x="4" y="22"/>
                    <a:pt x="5" y="24"/>
                    <a:pt x="5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2" y="24"/>
                    <a:pt x="14" y="24"/>
                    <a:pt x="14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3" y="16"/>
                    <a:pt x="13" y="18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2" name="Freeform 123"/>
            <p:cNvSpPr>
              <a:spLocks/>
            </p:cNvSpPr>
            <p:nvPr/>
          </p:nvSpPr>
          <p:spPr bwMode="auto">
            <a:xfrm>
              <a:off x="2104412" y="2118852"/>
              <a:ext cx="36172" cy="29216"/>
            </a:xfrm>
            <a:custGeom>
              <a:avLst/>
              <a:gdLst>
                <a:gd name="T0" fmla="*/ 8 w 11"/>
                <a:gd name="T1" fmla="*/ 9 h 9"/>
                <a:gd name="T2" fmla="*/ 11 w 11"/>
                <a:gd name="T3" fmla="*/ 6 h 9"/>
                <a:gd name="T4" fmla="*/ 0 w 11"/>
                <a:gd name="T5" fmla="*/ 0 h 9"/>
                <a:gd name="T6" fmla="*/ 8 w 11"/>
                <a:gd name="T7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8" y="9"/>
                  </a:moveTo>
                  <a:cubicBezTo>
                    <a:pt x="10" y="9"/>
                    <a:pt x="11" y="8"/>
                    <a:pt x="11" y="6"/>
                  </a:cubicBezTo>
                  <a:cubicBezTo>
                    <a:pt x="7" y="4"/>
                    <a:pt x="6" y="0"/>
                    <a:pt x="0" y="0"/>
                  </a:cubicBezTo>
                  <a:cubicBezTo>
                    <a:pt x="0" y="3"/>
                    <a:pt x="6" y="9"/>
                    <a:pt x="8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3" name="Freeform 124"/>
            <p:cNvSpPr>
              <a:spLocks/>
            </p:cNvSpPr>
            <p:nvPr/>
          </p:nvSpPr>
          <p:spPr bwMode="auto">
            <a:xfrm>
              <a:off x="2128063" y="2217631"/>
              <a:ext cx="26433" cy="23651"/>
            </a:xfrm>
            <a:custGeom>
              <a:avLst/>
              <a:gdLst>
                <a:gd name="T0" fmla="*/ 0 w 8"/>
                <a:gd name="T1" fmla="*/ 6 h 7"/>
                <a:gd name="T2" fmla="*/ 5 w 8"/>
                <a:gd name="T3" fmla="*/ 7 h 7"/>
                <a:gd name="T4" fmla="*/ 8 w 8"/>
                <a:gd name="T5" fmla="*/ 4 h 7"/>
                <a:gd name="T6" fmla="*/ 6 w 8"/>
                <a:gd name="T7" fmla="*/ 0 h 7"/>
                <a:gd name="T8" fmla="*/ 0 w 8"/>
                <a:gd name="T9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7">
                  <a:moveTo>
                    <a:pt x="0" y="6"/>
                  </a:moveTo>
                  <a:cubicBezTo>
                    <a:pt x="2" y="6"/>
                    <a:pt x="2" y="7"/>
                    <a:pt x="5" y="7"/>
                  </a:cubicBezTo>
                  <a:cubicBezTo>
                    <a:pt x="6" y="7"/>
                    <a:pt x="8" y="6"/>
                    <a:pt x="8" y="4"/>
                  </a:cubicBezTo>
                  <a:cubicBezTo>
                    <a:pt x="8" y="2"/>
                    <a:pt x="7" y="1"/>
                    <a:pt x="6" y="0"/>
                  </a:cubicBezTo>
                  <a:cubicBezTo>
                    <a:pt x="3" y="1"/>
                    <a:pt x="1" y="3"/>
                    <a:pt x="0" y="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4" name="Freeform 125"/>
            <p:cNvSpPr>
              <a:spLocks/>
            </p:cNvSpPr>
            <p:nvPr/>
          </p:nvSpPr>
          <p:spPr bwMode="auto">
            <a:xfrm>
              <a:off x="2114151" y="2042334"/>
              <a:ext cx="137730" cy="73736"/>
            </a:xfrm>
            <a:custGeom>
              <a:avLst/>
              <a:gdLst>
                <a:gd name="T0" fmla="*/ 4 w 42"/>
                <a:gd name="T1" fmla="*/ 5 h 22"/>
                <a:gd name="T2" fmla="*/ 3 w 42"/>
                <a:gd name="T3" fmla="*/ 7 h 22"/>
                <a:gd name="T4" fmla="*/ 10 w 42"/>
                <a:gd name="T5" fmla="*/ 7 h 22"/>
                <a:gd name="T6" fmla="*/ 10 w 42"/>
                <a:gd name="T7" fmla="*/ 10 h 22"/>
                <a:gd name="T8" fmla="*/ 4 w 42"/>
                <a:gd name="T9" fmla="*/ 13 h 22"/>
                <a:gd name="T10" fmla="*/ 10 w 42"/>
                <a:gd name="T11" fmla="*/ 15 h 22"/>
                <a:gd name="T12" fmla="*/ 17 w 42"/>
                <a:gd name="T13" fmla="*/ 16 h 22"/>
                <a:gd name="T14" fmla="*/ 28 w 42"/>
                <a:gd name="T15" fmla="*/ 17 h 22"/>
                <a:gd name="T16" fmla="*/ 38 w 42"/>
                <a:gd name="T17" fmla="*/ 22 h 22"/>
                <a:gd name="T18" fmla="*/ 42 w 42"/>
                <a:gd name="T19" fmla="*/ 19 h 22"/>
                <a:gd name="T20" fmla="*/ 36 w 42"/>
                <a:gd name="T21" fmla="*/ 13 h 22"/>
                <a:gd name="T22" fmla="*/ 38 w 42"/>
                <a:gd name="T23" fmla="*/ 11 h 22"/>
                <a:gd name="T24" fmla="*/ 31 w 42"/>
                <a:gd name="T25" fmla="*/ 6 h 22"/>
                <a:gd name="T26" fmla="*/ 27 w 42"/>
                <a:gd name="T27" fmla="*/ 7 h 22"/>
                <a:gd name="T28" fmla="*/ 21 w 42"/>
                <a:gd name="T29" fmla="*/ 2 h 22"/>
                <a:gd name="T30" fmla="*/ 16 w 42"/>
                <a:gd name="T31" fmla="*/ 4 h 22"/>
                <a:gd name="T32" fmla="*/ 7 w 42"/>
                <a:gd name="T33" fmla="*/ 0 h 22"/>
                <a:gd name="T34" fmla="*/ 0 w 42"/>
                <a:gd name="T35" fmla="*/ 2 h 22"/>
                <a:gd name="T36" fmla="*/ 4 w 42"/>
                <a:gd name="T37" fmla="*/ 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" h="22">
                  <a:moveTo>
                    <a:pt x="4" y="5"/>
                  </a:moveTo>
                  <a:cubicBezTo>
                    <a:pt x="4" y="6"/>
                    <a:pt x="3" y="7"/>
                    <a:pt x="3" y="7"/>
                  </a:cubicBezTo>
                  <a:cubicBezTo>
                    <a:pt x="4" y="9"/>
                    <a:pt x="5" y="7"/>
                    <a:pt x="10" y="7"/>
                  </a:cubicBezTo>
                  <a:cubicBezTo>
                    <a:pt x="10" y="8"/>
                    <a:pt x="10" y="10"/>
                    <a:pt x="10" y="10"/>
                  </a:cubicBezTo>
                  <a:cubicBezTo>
                    <a:pt x="8" y="11"/>
                    <a:pt x="6" y="11"/>
                    <a:pt x="4" y="13"/>
                  </a:cubicBezTo>
                  <a:cubicBezTo>
                    <a:pt x="6" y="15"/>
                    <a:pt x="7" y="15"/>
                    <a:pt x="10" y="15"/>
                  </a:cubicBezTo>
                  <a:cubicBezTo>
                    <a:pt x="13" y="15"/>
                    <a:pt x="16" y="14"/>
                    <a:pt x="17" y="16"/>
                  </a:cubicBezTo>
                  <a:cubicBezTo>
                    <a:pt x="21" y="15"/>
                    <a:pt x="24" y="17"/>
                    <a:pt x="28" y="17"/>
                  </a:cubicBezTo>
                  <a:cubicBezTo>
                    <a:pt x="33" y="17"/>
                    <a:pt x="33" y="22"/>
                    <a:pt x="38" y="22"/>
                  </a:cubicBezTo>
                  <a:cubicBezTo>
                    <a:pt x="40" y="22"/>
                    <a:pt x="42" y="22"/>
                    <a:pt x="42" y="19"/>
                  </a:cubicBezTo>
                  <a:cubicBezTo>
                    <a:pt x="42" y="17"/>
                    <a:pt x="38" y="15"/>
                    <a:pt x="36" y="13"/>
                  </a:cubicBezTo>
                  <a:cubicBezTo>
                    <a:pt x="36" y="12"/>
                    <a:pt x="37" y="12"/>
                    <a:pt x="38" y="11"/>
                  </a:cubicBezTo>
                  <a:cubicBezTo>
                    <a:pt x="37" y="10"/>
                    <a:pt x="34" y="6"/>
                    <a:pt x="31" y="6"/>
                  </a:cubicBezTo>
                  <a:cubicBezTo>
                    <a:pt x="29" y="6"/>
                    <a:pt x="29" y="7"/>
                    <a:pt x="27" y="7"/>
                  </a:cubicBezTo>
                  <a:cubicBezTo>
                    <a:pt x="25" y="7"/>
                    <a:pt x="25" y="2"/>
                    <a:pt x="21" y="2"/>
                  </a:cubicBezTo>
                  <a:cubicBezTo>
                    <a:pt x="19" y="2"/>
                    <a:pt x="18" y="4"/>
                    <a:pt x="16" y="4"/>
                  </a:cubicBezTo>
                  <a:cubicBezTo>
                    <a:pt x="13" y="4"/>
                    <a:pt x="12" y="0"/>
                    <a:pt x="7" y="0"/>
                  </a:cubicBezTo>
                  <a:cubicBezTo>
                    <a:pt x="5" y="0"/>
                    <a:pt x="3" y="1"/>
                    <a:pt x="0" y="2"/>
                  </a:cubicBezTo>
                  <a:cubicBezTo>
                    <a:pt x="0" y="5"/>
                    <a:pt x="1" y="5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5" name="Freeform 126"/>
            <p:cNvSpPr>
              <a:spLocks/>
            </p:cNvSpPr>
            <p:nvPr/>
          </p:nvSpPr>
          <p:spPr bwMode="auto">
            <a:xfrm>
              <a:off x="2169799" y="2104940"/>
              <a:ext cx="36172" cy="13912"/>
            </a:xfrm>
            <a:custGeom>
              <a:avLst/>
              <a:gdLst>
                <a:gd name="T0" fmla="*/ 6 w 11"/>
                <a:gd name="T1" fmla="*/ 0 h 4"/>
                <a:gd name="T2" fmla="*/ 4 w 11"/>
                <a:gd name="T3" fmla="*/ 4 h 4"/>
                <a:gd name="T4" fmla="*/ 11 w 11"/>
                <a:gd name="T5" fmla="*/ 2 h 4"/>
                <a:gd name="T6" fmla="*/ 6 w 1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4">
                  <a:moveTo>
                    <a:pt x="6" y="0"/>
                  </a:moveTo>
                  <a:cubicBezTo>
                    <a:pt x="5" y="0"/>
                    <a:pt x="0" y="4"/>
                    <a:pt x="4" y="4"/>
                  </a:cubicBezTo>
                  <a:cubicBezTo>
                    <a:pt x="7" y="4"/>
                    <a:pt x="10" y="4"/>
                    <a:pt x="11" y="2"/>
                  </a:cubicBezTo>
                  <a:cubicBezTo>
                    <a:pt x="9" y="1"/>
                    <a:pt x="8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6" name="Freeform 127"/>
            <p:cNvSpPr>
              <a:spLocks/>
            </p:cNvSpPr>
            <p:nvPr/>
          </p:nvSpPr>
          <p:spPr bwMode="auto">
            <a:xfrm>
              <a:off x="2304748" y="2148069"/>
              <a:ext cx="365890" cy="115474"/>
            </a:xfrm>
            <a:custGeom>
              <a:avLst/>
              <a:gdLst>
                <a:gd name="T0" fmla="*/ 50 w 111"/>
                <a:gd name="T1" fmla="*/ 31 h 35"/>
                <a:gd name="T2" fmla="*/ 53 w 111"/>
                <a:gd name="T3" fmla="*/ 31 h 35"/>
                <a:gd name="T4" fmla="*/ 64 w 111"/>
                <a:gd name="T5" fmla="*/ 35 h 35"/>
                <a:gd name="T6" fmla="*/ 82 w 111"/>
                <a:gd name="T7" fmla="*/ 35 h 35"/>
                <a:gd name="T8" fmla="*/ 88 w 111"/>
                <a:gd name="T9" fmla="*/ 32 h 35"/>
                <a:gd name="T10" fmla="*/ 92 w 111"/>
                <a:gd name="T11" fmla="*/ 35 h 35"/>
                <a:gd name="T12" fmla="*/ 111 w 111"/>
                <a:gd name="T13" fmla="*/ 27 h 35"/>
                <a:gd name="T14" fmla="*/ 108 w 111"/>
                <a:gd name="T15" fmla="*/ 27 h 35"/>
                <a:gd name="T16" fmla="*/ 109 w 111"/>
                <a:gd name="T17" fmla="*/ 25 h 35"/>
                <a:gd name="T18" fmla="*/ 111 w 111"/>
                <a:gd name="T19" fmla="*/ 24 h 35"/>
                <a:gd name="T20" fmla="*/ 93 w 111"/>
                <a:gd name="T21" fmla="*/ 18 h 35"/>
                <a:gd name="T22" fmla="*/ 65 w 111"/>
                <a:gd name="T23" fmla="*/ 24 h 35"/>
                <a:gd name="T24" fmla="*/ 49 w 111"/>
                <a:gd name="T25" fmla="*/ 21 h 35"/>
                <a:gd name="T26" fmla="*/ 45 w 111"/>
                <a:gd name="T27" fmla="*/ 20 h 35"/>
                <a:gd name="T28" fmla="*/ 47 w 111"/>
                <a:gd name="T29" fmla="*/ 19 h 35"/>
                <a:gd name="T30" fmla="*/ 37 w 111"/>
                <a:gd name="T31" fmla="*/ 15 h 35"/>
                <a:gd name="T32" fmla="*/ 46 w 111"/>
                <a:gd name="T33" fmla="*/ 15 h 35"/>
                <a:gd name="T34" fmla="*/ 35 w 111"/>
                <a:gd name="T35" fmla="*/ 7 h 35"/>
                <a:gd name="T36" fmla="*/ 31 w 111"/>
                <a:gd name="T37" fmla="*/ 7 h 35"/>
                <a:gd name="T38" fmla="*/ 27 w 111"/>
                <a:gd name="T39" fmla="*/ 9 h 35"/>
                <a:gd name="T40" fmla="*/ 7 w 111"/>
                <a:gd name="T41" fmla="*/ 1 h 35"/>
                <a:gd name="T42" fmla="*/ 0 w 111"/>
                <a:gd name="T43" fmla="*/ 4 h 35"/>
                <a:gd name="T44" fmla="*/ 16 w 111"/>
                <a:gd name="T45" fmla="*/ 12 h 35"/>
                <a:gd name="T46" fmla="*/ 21 w 111"/>
                <a:gd name="T47" fmla="*/ 10 h 35"/>
                <a:gd name="T48" fmla="*/ 30 w 111"/>
                <a:gd name="T49" fmla="*/ 21 h 35"/>
                <a:gd name="T50" fmla="*/ 27 w 111"/>
                <a:gd name="T51" fmla="*/ 25 h 35"/>
                <a:gd name="T52" fmla="*/ 44 w 111"/>
                <a:gd name="T53" fmla="*/ 35 h 35"/>
                <a:gd name="T54" fmla="*/ 50 w 111"/>
                <a:gd name="T55" fmla="*/ 3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1" h="35">
                  <a:moveTo>
                    <a:pt x="50" y="31"/>
                  </a:moveTo>
                  <a:cubicBezTo>
                    <a:pt x="53" y="31"/>
                    <a:pt x="53" y="31"/>
                    <a:pt x="53" y="31"/>
                  </a:cubicBezTo>
                  <a:cubicBezTo>
                    <a:pt x="52" y="35"/>
                    <a:pt x="59" y="35"/>
                    <a:pt x="64" y="35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84" y="35"/>
                    <a:pt x="85" y="32"/>
                    <a:pt x="88" y="32"/>
                  </a:cubicBezTo>
                  <a:cubicBezTo>
                    <a:pt x="88" y="33"/>
                    <a:pt x="89" y="35"/>
                    <a:pt x="92" y="35"/>
                  </a:cubicBezTo>
                  <a:cubicBezTo>
                    <a:pt x="100" y="35"/>
                    <a:pt x="110" y="35"/>
                    <a:pt x="111" y="27"/>
                  </a:cubicBezTo>
                  <a:cubicBezTo>
                    <a:pt x="111" y="27"/>
                    <a:pt x="110" y="27"/>
                    <a:pt x="108" y="27"/>
                  </a:cubicBezTo>
                  <a:cubicBezTo>
                    <a:pt x="108" y="26"/>
                    <a:pt x="109" y="25"/>
                    <a:pt x="109" y="25"/>
                  </a:cubicBezTo>
                  <a:cubicBezTo>
                    <a:pt x="110" y="25"/>
                    <a:pt x="111" y="24"/>
                    <a:pt x="111" y="24"/>
                  </a:cubicBezTo>
                  <a:cubicBezTo>
                    <a:pt x="108" y="18"/>
                    <a:pt x="102" y="18"/>
                    <a:pt x="93" y="18"/>
                  </a:cubicBezTo>
                  <a:cubicBezTo>
                    <a:pt x="81" y="18"/>
                    <a:pt x="77" y="24"/>
                    <a:pt x="65" y="24"/>
                  </a:cubicBezTo>
                  <a:cubicBezTo>
                    <a:pt x="59" y="24"/>
                    <a:pt x="54" y="22"/>
                    <a:pt x="49" y="21"/>
                  </a:cubicBezTo>
                  <a:cubicBezTo>
                    <a:pt x="48" y="22"/>
                    <a:pt x="45" y="23"/>
                    <a:pt x="45" y="20"/>
                  </a:cubicBezTo>
                  <a:cubicBezTo>
                    <a:pt x="45" y="19"/>
                    <a:pt x="47" y="20"/>
                    <a:pt x="47" y="19"/>
                  </a:cubicBezTo>
                  <a:cubicBezTo>
                    <a:pt x="44" y="17"/>
                    <a:pt x="38" y="19"/>
                    <a:pt x="37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4" y="11"/>
                    <a:pt x="33" y="11"/>
                    <a:pt x="35" y="7"/>
                  </a:cubicBezTo>
                  <a:cubicBezTo>
                    <a:pt x="35" y="7"/>
                    <a:pt x="33" y="7"/>
                    <a:pt x="31" y="7"/>
                  </a:cubicBezTo>
                  <a:cubicBezTo>
                    <a:pt x="30" y="7"/>
                    <a:pt x="29" y="9"/>
                    <a:pt x="27" y="9"/>
                  </a:cubicBezTo>
                  <a:cubicBezTo>
                    <a:pt x="19" y="9"/>
                    <a:pt x="17" y="1"/>
                    <a:pt x="7" y="1"/>
                  </a:cubicBezTo>
                  <a:cubicBezTo>
                    <a:pt x="4" y="1"/>
                    <a:pt x="0" y="0"/>
                    <a:pt x="0" y="4"/>
                  </a:cubicBezTo>
                  <a:cubicBezTo>
                    <a:pt x="0" y="6"/>
                    <a:pt x="14" y="12"/>
                    <a:pt x="16" y="12"/>
                  </a:cubicBezTo>
                  <a:cubicBezTo>
                    <a:pt x="18" y="12"/>
                    <a:pt x="20" y="11"/>
                    <a:pt x="21" y="10"/>
                  </a:cubicBezTo>
                  <a:cubicBezTo>
                    <a:pt x="25" y="13"/>
                    <a:pt x="26" y="17"/>
                    <a:pt x="30" y="21"/>
                  </a:cubicBezTo>
                  <a:cubicBezTo>
                    <a:pt x="29" y="22"/>
                    <a:pt x="27" y="23"/>
                    <a:pt x="27" y="25"/>
                  </a:cubicBezTo>
                  <a:cubicBezTo>
                    <a:pt x="27" y="29"/>
                    <a:pt x="39" y="35"/>
                    <a:pt x="44" y="35"/>
                  </a:cubicBezTo>
                  <a:cubicBezTo>
                    <a:pt x="46" y="35"/>
                    <a:pt x="49" y="31"/>
                    <a:pt x="50" y="3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7" name="Freeform 128"/>
            <p:cNvSpPr>
              <a:spLocks/>
            </p:cNvSpPr>
            <p:nvPr/>
          </p:nvSpPr>
          <p:spPr bwMode="auto">
            <a:xfrm>
              <a:off x="2311704" y="2210675"/>
              <a:ext cx="62605" cy="50085"/>
            </a:xfrm>
            <a:custGeom>
              <a:avLst/>
              <a:gdLst>
                <a:gd name="T0" fmla="*/ 19 w 19"/>
                <a:gd name="T1" fmla="*/ 7 h 15"/>
                <a:gd name="T2" fmla="*/ 9 w 19"/>
                <a:gd name="T3" fmla="*/ 0 h 15"/>
                <a:gd name="T4" fmla="*/ 3 w 19"/>
                <a:gd name="T5" fmla="*/ 5 h 15"/>
                <a:gd name="T6" fmla="*/ 0 w 19"/>
                <a:gd name="T7" fmla="*/ 9 h 15"/>
                <a:gd name="T8" fmla="*/ 14 w 19"/>
                <a:gd name="T9" fmla="*/ 15 h 15"/>
                <a:gd name="T10" fmla="*/ 19 w 19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5">
                  <a:moveTo>
                    <a:pt x="19" y="7"/>
                  </a:moveTo>
                  <a:cubicBezTo>
                    <a:pt x="19" y="5"/>
                    <a:pt x="13" y="0"/>
                    <a:pt x="9" y="0"/>
                  </a:cubicBezTo>
                  <a:cubicBezTo>
                    <a:pt x="4" y="0"/>
                    <a:pt x="5" y="5"/>
                    <a:pt x="3" y="5"/>
                  </a:cubicBezTo>
                  <a:cubicBezTo>
                    <a:pt x="2" y="5"/>
                    <a:pt x="0" y="6"/>
                    <a:pt x="0" y="9"/>
                  </a:cubicBezTo>
                  <a:cubicBezTo>
                    <a:pt x="0" y="9"/>
                    <a:pt x="13" y="15"/>
                    <a:pt x="14" y="15"/>
                  </a:cubicBezTo>
                  <a:cubicBezTo>
                    <a:pt x="18" y="15"/>
                    <a:pt x="19" y="11"/>
                    <a:pt x="19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8" name="Freeform 129"/>
            <p:cNvSpPr>
              <a:spLocks/>
            </p:cNvSpPr>
            <p:nvPr/>
          </p:nvSpPr>
          <p:spPr bwMode="auto">
            <a:xfrm>
              <a:off x="2318660" y="2118852"/>
              <a:ext cx="58431" cy="16695"/>
            </a:xfrm>
            <a:custGeom>
              <a:avLst/>
              <a:gdLst>
                <a:gd name="T0" fmla="*/ 15 w 18"/>
                <a:gd name="T1" fmla="*/ 0 h 5"/>
                <a:gd name="T2" fmla="*/ 0 w 18"/>
                <a:gd name="T3" fmla="*/ 2 h 5"/>
                <a:gd name="T4" fmla="*/ 14 w 18"/>
                <a:gd name="T5" fmla="*/ 5 h 5"/>
                <a:gd name="T6" fmla="*/ 18 w 18"/>
                <a:gd name="T7" fmla="*/ 3 h 5"/>
                <a:gd name="T8" fmla="*/ 18 w 18"/>
                <a:gd name="T9" fmla="*/ 0 h 5"/>
                <a:gd name="T10" fmla="*/ 15 w 18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5">
                  <a:moveTo>
                    <a:pt x="15" y="0"/>
                  </a:moveTo>
                  <a:cubicBezTo>
                    <a:pt x="11" y="0"/>
                    <a:pt x="2" y="0"/>
                    <a:pt x="0" y="2"/>
                  </a:cubicBezTo>
                  <a:cubicBezTo>
                    <a:pt x="0" y="2"/>
                    <a:pt x="13" y="5"/>
                    <a:pt x="14" y="5"/>
                  </a:cubicBezTo>
                  <a:cubicBezTo>
                    <a:pt x="16" y="5"/>
                    <a:pt x="18" y="4"/>
                    <a:pt x="18" y="3"/>
                  </a:cubicBezTo>
                  <a:cubicBezTo>
                    <a:pt x="18" y="2"/>
                    <a:pt x="18" y="1"/>
                    <a:pt x="18" y="0"/>
                  </a:cubicBezTo>
                  <a:cubicBezTo>
                    <a:pt x="14" y="0"/>
                    <a:pt x="17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59" name="Freeform 130"/>
            <p:cNvSpPr>
              <a:spLocks/>
            </p:cNvSpPr>
            <p:nvPr/>
          </p:nvSpPr>
          <p:spPr bwMode="auto">
            <a:xfrm>
              <a:off x="2272750" y="2063202"/>
              <a:ext cx="68170" cy="55650"/>
            </a:xfrm>
            <a:custGeom>
              <a:avLst/>
              <a:gdLst>
                <a:gd name="T0" fmla="*/ 8 w 21"/>
                <a:gd name="T1" fmla="*/ 12 h 17"/>
                <a:gd name="T2" fmla="*/ 6 w 21"/>
                <a:gd name="T3" fmla="*/ 14 h 17"/>
                <a:gd name="T4" fmla="*/ 21 w 21"/>
                <a:gd name="T5" fmla="*/ 14 h 17"/>
                <a:gd name="T6" fmla="*/ 21 w 21"/>
                <a:gd name="T7" fmla="*/ 8 h 17"/>
                <a:gd name="T8" fmla="*/ 13 w 21"/>
                <a:gd name="T9" fmla="*/ 3 h 17"/>
                <a:gd name="T10" fmla="*/ 6 w 21"/>
                <a:gd name="T11" fmla="*/ 0 h 17"/>
                <a:gd name="T12" fmla="*/ 0 w 21"/>
                <a:gd name="T13" fmla="*/ 3 h 17"/>
                <a:gd name="T14" fmla="*/ 8 w 21"/>
                <a:gd name="T15" fmla="*/ 1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" h="17">
                  <a:moveTo>
                    <a:pt x="8" y="12"/>
                  </a:moveTo>
                  <a:cubicBezTo>
                    <a:pt x="7" y="12"/>
                    <a:pt x="6" y="13"/>
                    <a:pt x="6" y="14"/>
                  </a:cubicBezTo>
                  <a:cubicBezTo>
                    <a:pt x="6" y="17"/>
                    <a:pt x="13" y="16"/>
                    <a:pt x="21" y="14"/>
                  </a:cubicBezTo>
                  <a:cubicBezTo>
                    <a:pt x="21" y="11"/>
                    <a:pt x="21" y="10"/>
                    <a:pt x="21" y="8"/>
                  </a:cubicBezTo>
                  <a:cubicBezTo>
                    <a:pt x="21" y="4"/>
                    <a:pt x="13" y="9"/>
                    <a:pt x="13" y="3"/>
                  </a:cubicBezTo>
                  <a:cubicBezTo>
                    <a:pt x="11" y="3"/>
                    <a:pt x="6" y="1"/>
                    <a:pt x="6" y="0"/>
                  </a:cubicBezTo>
                  <a:cubicBezTo>
                    <a:pt x="3" y="0"/>
                    <a:pt x="0" y="1"/>
                    <a:pt x="0" y="3"/>
                  </a:cubicBezTo>
                  <a:cubicBezTo>
                    <a:pt x="0" y="8"/>
                    <a:pt x="5" y="9"/>
                    <a:pt x="8" y="1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0" name="Freeform 131"/>
            <p:cNvSpPr>
              <a:spLocks/>
            </p:cNvSpPr>
            <p:nvPr/>
          </p:nvSpPr>
          <p:spPr bwMode="auto">
            <a:xfrm>
              <a:off x="2246316" y="2010335"/>
              <a:ext cx="26433" cy="16695"/>
            </a:xfrm>
            <a:custGeom>
              <a:avLst/>
              <a:gdLst>
                <a:gd name="T0" fmla="*/ 4 w 8"/>
                <a:gd name="T1" fmla="*/ 5 h 5"/>
                <a:gd name="T2" fmla="*/ 8 w 8"/>
                <a:gd name="T3" fmla="*/ 5 h 5"/>
                <a:gd name="T4" fmla="*/ 8 w 8"/>
                <a:gd name="T5" fmla="*/ 0 h 5"/>
                <a:gd name="T6" fmla="*/ 0 w 8"/>
                <a:gd name="T7" fmla="*/ 0 h 5"/>
                <a:gd name="T8" fmla="*/ 4 w 8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5">
                  <a:moveTo>
                    <a:pt x="4" y="5"/>
                  </a:moveTo>
                  <a:cubicBezTo>
                    <a:pt x="8" y="5"/>
                    <a:pt x="8" y="5"/>
                    <a:pt x="8" y="5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3" y="0"/>
                    <a:pt x="0" y="0"/>
                  </a:cubicBezTo>
                  <a:cubicBezTo>
                    <a:pt x="0" y="3"/>
                    <a:pt x="3" y="4"/>
                    <a:pt x="4" y="5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1" name="Freeform 132"/>
            <p:cNvSpPr>
              <a:spLocks/>
            </p:cNvSpPr>
            <p:nvPr/>
          </p:nvSpPr>
          <p:spPr bwMode="auto">
            <a:xfrm>
              <a:off x="2321442" y="1943555"/>
              <a:ext cx="233724" cy="158602"/>
            </a:xfrm>
            <a:custGeom>
              <a:avLst/>
              <a:gdLst>
                <a:gd name="T0" fmla="*/ 10 w 71"/>
                <a:gd name="T1" fmla="*/ 20 h 48"/>
                <a:gd name="T2" fmla="*/ 3 w 71"/>
                <a:gd name="T3" fmla="*/ 17 h 48"/>
                <a:gd name="T4" fmla="*/ 0 w 71"/>
                <a:gd name="T5" fmla="*/ 17 h 48"/>
                <a:gd name="T6" fmla="*/ 13 w 71"/>
                <a:gd name="T7" fmla="*/ 25 h 48"/>
                <a:gd name="T8" fmla="*/ 8 w 71"/>
                <a:gd name="T9" fmla="*/ 28 h 48"/>
                <a:gd name="T10" fmla="*/ 10 w 71"/>
                <a:gd name="T11" fmla="*/ 31 h 48"/>
                <a:gd name="T12" fmla="*/ 15 w 71"/>
                <a:gd name="T13" fmla="*/ 29 h 48"/>
                <a:gd name="T14" fmla="*/ 18 w 71"/>
                <a:gd name="T15" fmla="*/ 32 h 48"/>
                <a:gd name="T16" fmla="*/ 25 w 71"/>
                <a:gd name="T17" fmla="*/ 30 h 48"/>
                <a:gd name="T18" fmla="*/ 34 w 71"/>
                <a:gd name="T19" fmla="*/ 32 h 48"/>
                <a:gd name="T20" fmla="*/ 17 w 71"/>
                <a:gd name="T21" fmla="*/ 36 h 48"/>
                <a:gd name="T22" fmla="*/ 27 w 71"/>
                <a:gd name="T23" fmla="*/ 42 h 48"/>
                <a:gd name="T24" fmla="*/ 24 w 71"/>
                <a:gd name="T25" fmla="*/ 44 h 48"/>
                <a:gd name="T26" fmla="*/ 33 w 71"/>
                <a:gd name="T27" fmla="*/ 48 h 48"/>
                <a:gd name="T28" fmla="*/ 38 w 71"/>
                <a:gd name="T29" fmla="*/ 42 h 48"/>
                <a:gd name="T30" fmla="*/ 45 w 71"/>
                <a:gd name="T31" fmla="*/ 47 h 48"/>
                <a:gd name="T32" fmla="*/ 45 w 71"/>
                <a:gd name="T33" fmla="*/ 45 h 48"/>
                <a:gd name="T34" fmla="*/ 51 w 71"/>
                <a:gd name="T35" fmla="*/ 45 h 48"/>
                <a:gd name="T36" fmla="*/ 48 w 71"/>
                <a:gd name="T37" fmla="*/ 40 h 48"/>
                <a:gd name="T38" fmla="*/ 50 w 71"/>
                <a:gd name="T39" fmla="*/ 36 h 48"/>
                <a:gd name="T40" fmla="*/ 54 w 71"/>
                <a:gd name="T41" fmla="*/ 40 h 48"/>
                <a:gd name="T42" fmla="*/ 65 w 71"/>
                <a:gd name="T43" fmla="*/ 33 h 48"/>
                <a:gd name="T44" fmla="*/ 70 w 71"/>
                <a:gd name="T45" fmla="*/ 32 h 48"/>
                <a:gd name="T46" fmla="*/ 70 w 71"/>
                <a:gd name="T47" fmla="*/ 28 h 48"/>
                <a:gd name="T48" fmla="*/ 59 w 71"/>
                <a:gd name="T49" fmla="*/ 25 h 48"/>
                <a:gd name="T50" fmla="*/ 55 w 71"/>
                <a:gd name="T51" fmla="*/ 25 h 48"/>
                <a:gd name="T52" fmla="*/ 57 w 71"/>
                <a:gd name="T53" fmla="*/ 22 h 48"/>
                <a:gd name="T54" fmla="*/ 54 w 71"/>
                <a:gd name="T55" fmla="*/ 18 h 48"/>
                <a:gd name="T56" fmla="*/ 51 w 71"/>
                <a:gd name="T57" fmla="*/ 13 h 48"/>
                <a:gd name="T58" fmla="*/ 49 w 71"/>
                <a:gd name="T59" fmla="*/ 13 h 48"/>
                <a:gd name="T60" fmla="*/ 49 w 71"/>
                <a:gd name="T61" fmla="*/ 16 h 48"/>
                <a:gd name="T62" fmla="*/ 49 w 71"/>
                <a:gd name="T63" fmla="*/ 21 h 48"/>
                <a:gd name="T64" fmla="*/ 47 w 71"/>
                <a:gd name="T65" fmla="*/ 21 h 48"/>
                <a:gd name="T66" fmla="*/ 43 w 71"/>
                <a:gd name="T67" fmla="*/ 14 h 48"/>
                <a:gd name="T68" fmla="*/ 34 w 71"/>
                <a:gd name="T69" fmla="*/ 13 h 48"/>
                <a:gd name="T70" fmla="*/ 27 w 71"/>
                <a:gd name="T71" fmla="*/ 3 h 48"/>
                <a:gd name="T72" fmla="*/ 12 w 71"/>
                <a:gd name="T73" fmla="*/ 0 h 48"/>
                <a:gd name="T74" fmla="*/ 19 w 71"/>
                <a:gd name="T75" fmla="*/ 5 h 48"/>
                <a:gd name="T76" fmla="*/ 15 w 71"/>
                <a:gd name="T77" fmla="*/ 5 h 48"/>
                <a:gd name="T78" fmla="*/ 7 w 71"/>
                <a:gd name="T79" fmla="*/ 7 h 48"/>
                <a:gd name="T80" fmla="*/ 10 w 71"/>
                <a:gd name="T81" fmla="*/ 11 h 48"/>
                <a:gd name="T82" fmla="*/ 16 w 71"/>
                <a:gd name="T83" fmla="*/ 11 h 48"/>
                <a:gd name="T84" fmla="*/ 14 w 71"/>
                <a:gd name="T85" fmla="*/ 13 h 48"/>
                <a:gd name="T86" fmla="*/ 8 w 71"/>
                <a:gd name="T87" fmla="*/ 11 h 48"/>
                <a:gd name="T88" fmla="*/ 2 w 71"/>
                <a:gd name="T89" fmla="*/ 14 h 48"/>
                <a:gd name="T90" fmla="*/ 12 w 71"/>
                <a:gd name="T91" fmla="*/ 18 h 48"/>
                <a:gd name="T92" fmla="*/ 10 w 71"/>
                <a:gd name="T93" fmla="*/ 2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" h="48">
                  <a:moveTo>
                    <a:pt x="10" y="20"/>
                  </a:moveTo>
                  <a:cubicBezTo>
                    <a:pt x="8" y="20"/>
                    <a:pt x="5" y="21"/>
                    <a:pt x="3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1" y="25"/>
                    <a:pt x="5" y="25"/>
                    <a:pt x="13" y="25"/>
                  </a:cubicBezTo>
                  <a:cubicBezTo>
                    <a:pt x="12" y="27"/>
                    <a:pt x="10" y="27"/>
                    <a:pt x="8" y="28"/>
                  </a:cubicBezTo>
                  <a:cubicBezTo>
                    <a:pt x="8" y="29"/>
                    <a:pt x="8" y="31"/>
                    <a:pt x="10" y="31"/>
                  </a:cubicBezTo>
                  <a:cubicBezTo>
                    <a:pt x="12" y="31"/>
                    <a:pt x="12" y="30"/>
                    <a:pt x="15" y="29"/>
                  </a:cubicBezTo>
                  <a:cubicBezTo>
                    <a:pt x="15" y="30"/>
                    <a:pt x="15" y="32"/>
                    <a:pt x="18" y="32"/>
                  </a:cubicBezTo>
                  <a:cubicBezTo>
                    <a:pt x="20" y="32"/>
                    <a:pt x="21" y="30"/>
                    <a:pt x="25" y="30"/>
                  </a:cubicBezTo>
                  <a:cubicBezTo>
                    <a:pt x="28" y="30"/>
                    <a:pt x="30" y="31"/>
                    <a:pt x="34" y="32"/>
                  </a:cubicBezTo>
                  <a:cubicBezTo>
                    <a:pt x="31" y="32"/>
                    <a:pt x="17" y="32"/>
                    <a:pt x="17" y="36"/>
                  </a:cubicBezTo>
                  <a:cubicBezTo>
                    <a:pt x="17" y="40"/>
                    <a:pt x="23" y="42"/>
                    <a:pt x="27" y="42"/>
                  </a:cubicBezTo>
                  <a:cubicBezTo>
                    <a:pt x="26" y="43"/>
                    <a:pt x="25" y="43"/>
                    <a:pt x="24" y="44"/>
                  </a:cubicBezTo>
                  <a:cubicBezTo>
                    <a:pt x="24" y="47"/>
                    <a:pt x="29" y="48"/>
                    <a:pt x="33" y="48"/>
                  </a:cubicBezTo>
                  <a:cubicBezTo>
                    <a:pt x="36" y="48"/>
                    <a:pt x="38" y="47"/>
                    <a:pt x="38" y="42"/>
                  </a:cubicBezTo>
                  <a:cubicBezTo>
                    <a:pt x="40" y="44"/>
                    <a:pt x="45" y="47"/>
                    <a:pt x="45" y="47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51" y="45"/>
                    <a:pt x="51" y="45"/>
                    <a:pt x="51" y="45"/>
                  </a:cubicBezTo>
                  <a:cubicBezTo>
                    <a:pt x="50" y="41"/>
                    <a:pt x="49" y="42"/>
                    <a:pt x="48" y="40"/>
                  </a:cubicBezTo>
                  <a:cubicBezTo>
                    <a:pt x="49" y="39"/>
                    <a:pt x="49" y="37"/>
                    <a:pt x="50" y="36"/>
                  </a:cubicBezTo>
                  <a:cubicBezTo>
                    <a:pt x="51" y="39"/>
                    <a:pt x="51" y="40"/>
                    <a:pt x="54" y="40"/>
                  </a:cubicBezTo>
                  <a:cubicBezTo>
                    <a:pt x="57" y="40"/>
                    <a:pt x="60" y="33"/>
                    <a:pt x="65" y="33"/>
                  </a:cubicBezTo>
                  <a:cubicBezTo>
                    <a:pt x="66" y="33"/>
                    <a:pt x="69" y="33"/>
                    <a:pt x="70" y="32"/>
                  </a:cubicBezTo>
                  <a:cubicBezTo>
                    <a:pt x="71" y="31"/>
                    <a:pt x="70" y="30"/>
                    <a:pt x="70" y="28"/>
                  </a:cubicBezTo>
                  <a:cubicBezTo>
                    <a:pt x="67" y="28"/>
                    <a:pt x="61" y="25"/>
                    <a:pt x="59" y="25"/>
                  </a:cubicBezTo>
                  <a:cubicBezTo>
                    <a:pt x="59" y="25"/>
                    <a:pt x="55" y="29"/>
                    <a:pt x="55" y="25"/>
                  </a:cubicBezTo>
                  <a:cubicBezTo>
                    <a:pt x="55" y="25"/>
                    <a:pt x="57" y="23"/>
                    <a:pt x="57" y="22"/>
                  </a:cubicBezTo>
                  <a:cubicBezTo>
                    <a:pt x="57" y="20"/>
                    <a:pt x="54" y="19"/>
                    <a:pt x="54" y="18"/>
                  </a:cubicBezTo>
                  <a:cubicBezTo>
                    <a:pt x="54" y="15"/>
                    <a:pt x="54" y="13"/>
                    <a:pt x="51" y="13"/>
                  </a:cubicBezTo>
                  <a:cubicBezTo>
                    <a:pt x="50" y="13"/>
                    <a:pt x="49" y="13"/>
                    <a:pt x="49" y="13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21"/>
                    <a:pt x="49" y="21"/>
                    <a:pt x="49" y="21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45" y="17"/>
                    <a:pt x="47" y="15"/>
                    <a:pt x="43" y="14"/>
                  </a:cubicBezTo>
                  <a:cubicBezTo>
                    <a:pt x="40" y="12"/>
                    <a:pt x="37" y="14"/>
                    <a:pt x="34" y="13"/>
                  </a:cubicBezTo>
                  <a:cubicBezTo>
                    <a:pt x="30" y="12"/>
                    <a:pt x="31" y="5"/>
                    <a:pt x="27" y="3"/>
                  </a:cubicBezTo>
                  <a:cubicBezTo>
                    <a:pt x="23" y="1"/>
                    <a:pt x="18" y="1"/>
                    <a:pt x="12" y="0"/>
                  </a:cubicBezTo>
                  <a:cubicBezTo>
                    <a:pt x="13" y="4"/>
                    <a:pt x="17" y="5"/>
                    <a:pt x="19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1" y="5"/>
                    <a:pt x="10" y="5"/>
                    <a:pt x="7" y="7"/>
                  </a:cubicBezTo>
                  <a:cubicBezTo>
                    <a:pt x="7" y="7"/>
                    <a:pt x="9" y="11"/>
                    <a:pt x="10" y="11"/>
                  </a:cubicBezTo>
                  <a:cubicBezTo>
                    <a:pt x="11" y="11"/>
                    <a:pt x="14" y="9"/>
                    <a:pt x="16" y="11"/>
                  </a:cubicBezTo>
                  <a:cubicBezTo>
                    <a:pt x="15" y="11"/>
                    <a:pt x="15" y="13"/>
                    <a:pt x="14" y="13"/>
                  </a:cubicBezTo>
                  <a:cubicBezTo>
                    <a:pt x="12" y="13"/>
                    <a:pt x="11" y="11"/>
                    <a:pt x="8" y="11"/>
                  </a:cubicBezTo>
                  <a:cubicBezTo>
                    <a:pt x="5" y="11"/>
                    <a:pt x="2" y="11"/>
                    <a:pt x="2" y="14"/>
                  </a:cubicBezTo>
                  <a:cubicBezTo>
                    <a:pt x="2" y="16"/>
                    <a:pt x="9" y="17"/>
                    <a:pt x="12" y="18"/>
                  </a:cubicBezTo>
                  <a:cubicBezTo>
                    <a:pt x="12" y="18"/>
                    <a:pt x="11" y="20"/>
                    <a:pt x="10" y="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2" name="Freeform 133"/>
            <p:cNvSpPr>
              <a:spLocks/>
            </p:cNvSpPr>
            <p:nvPr/>
          </p:nvSpPr>
          <p:spPr bwMode="auto">
            <a:xfrm>
              <a:off x="2506474" y="2596051"/>
              <a:ext cx="154425" cy="95996"/>
            </a:xfrm>
            <a:custGeom>
              <a:avLst/>
              <a:gdLst>
                <a:gd name="T0" fmla="*/ 37 w 47"/>
                <a:gd name="T1" fmla="*/ 17 h 29"/>
                <a:gd name="T2" fmla="*/ 35 w 47"/>
                <a:gd name="T3" fmla="*/ 13 h 29"/>
                <a:gd name="T4" fmla="*/ 19 w 47"/>
                <a:gd name="T5" fmla="*/ 4 h 29"/>
                <a:gd name="T6" fmla="*/ 17 w 47"/>
                <a:gd name="T7" fmla="*/ 6 h 29"/>
                <a:gd name="T8" fmla="*/ 13 w 47"/>
                <a:gd name="T9" fmla="*/ 0 h 29"/>
                <a:gd name="T10" fmla="*/ 5 w 47"/>
                <a:gd name="T11" fmla="*/ 13 h 29"/>
                <a:gd name="T12" fmla="*/ 5 w 47"/>
                <a:gd name="T13" fmla="*/ 17 h 29"/>
                <a:gd name="T14" fmla="*/ 3 w 47"/>
                <a:gd name="T15" fmla="*/ 20 h 29"/>
                <a:gd name="T16" fmla="*/ 0 w 47"/>
                <a:gd name="T17" fmla="*/ 24 h 29"/>
                <a:gd name="T18" fmla="*/ 10 w 47"/>
                <a:gd name="T19" fmla="*/ 24 h 29"/>
                <a:gd name="T20" fmla="*/ 12 w 47"/>
                <a:gd name="T21" fmla="*/ 29 h 29"/>
                <a:gd name="T22" fmla="*/ 14 w 47"/>
                <a:gd name="T23" fmla="*/ 27 h 29"/>
                <a:gd name="T24" fmla="*/ 24 w 47"/>
                <a:gd name="T25" fmla="*/ 18 h 29"/>
                <a:gd name="T26" fmla="*/ 33 w 47"/>
                <a:gd name="T27" fmla="*/ 23 h 29"/>
                <a:gd name="T28" fmla="*/ 39 w 47"/>
                <a:gd name="T29" fmla="*/ 23 h 29"/>
                <a:gd name="T30" fmla="*/ 47 w 47"/>
                <a:gd name="T31" fmla="*/ 21 h 29"/>
                <a:gd name="T32" fmla="*/ 37 w 47"/>
                <a:gd name="T33" fmla="*/ 1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7" h="29">
                  <a:moveTo>
                    <a:pt x="37" y="17"/>
                  </a:moveTo>
                  <a:cubicBezTo>
                    <a:pt x="36" y="17"/>
                    <a:pt x="37" y="15"/>
                    <a:pt x="35" y="13"/>
                  </a:cubicBezTo>
                  <a:cubicBezTo>
                    <a:pt x="31" y="8"/>
                    <a:pt x="24" y="10"/>
                    <a:pt x="19" y="4"/>
                  </a:cubicBezTo>
                  <a:cubicBezTo>
                    <a:pt x="19" y="5"/>
                    <a:pt x="18" y="5"/>
                    <a:pt x="17" y="6"/>
                  </a:cubicBezTo>
                  <a:cubicBezTo>
                    <a:pt x="16" y="4"/>
                    <a:pt x="14" y="3"/>
                    <a:pt x="13" y="0"/>
                  </a:cubicBezTo>
                  <a:cubicBezTo>
                    <a:pt x="7" y="0"/>
                    <a:pt x="5" y="9"/>
                    <a:pt x="5" y="13"/>
                  </a:cubicBezTo>
                  <a:cubicBezTo>
                    <a:pt x="5" y="15"/>
                    <a:pt x="5" y="15"/>
                    <a:pt x="5" y="17"/>
                  </a:cubicBezTo>
                  <a:cubicBezTo>
                    <a:pt x="5" y="18"/>
                    <a:pt x="5" y="19"/>
                    <a:pt x="3" y="20"/>
                  </a:cubicBezTo>
                  <a:cubicBezTo>
                    <a:pt x="3" y="21"/>
                    <a:pt x="1" y="20"/>
                    <a:pt x="0" y="24"/>
                  </a:cubicBezTo>
                  <a:cubicBezTo>
                    <a:pt x="2" y="24"/>
                    <a:pt x="7" y="23"/>
                    <a:pt x="10" y="24"/>
                  </a:cubicBezTo>
                  <a:cubicBezTo>
                    <a:pt x="10" y="27"/>
                    <a:pt x="9" y="29"/>
                    <a:pt x="12" y="29"/>
                  </a:cubicBezTo>
                  <a:cubicBezTo>
                    <a:pt x="13" y="29"/>
                    <a:pt x="13" y="28"/>
                    <a:pt x="14" y="27"/>
                  </a:cubicBezTo>
                  <a:cubicBezTo>
                    <a:pt x="17" y="28"/>
                    <a:pt x="24" y="23"/>
                    <a:pt x="24" y="18"/>
                  </a:cubicBezTo>
                  <a:cubicBezTo>
                    <a:pt x="26" y="18"/>
                    <a:pt x="33" y="23"/>
                    <a:pt x="33" y="23"/>
                  </a:cubicBezTo>
                  <a:cubicBezTo>
                    <a:pt x="35" y="23"/>
                    <a:pt x="37" y="23"/>
                    <a:pt x="39" y="23"/>
                  </a:cubicBezTo>
                  <a:cubicBezTo>
                    <a:pt x="42" y="23"/>
                    <a:pt x="44" y="23"/>
                    <a:pt x="47" y="21"/>
                  </a:cubicBezTo>
                  <a:cubicBezTo>
                    <a:pt x="45" y="18"/>
                    <a:pt x="41" y="20"/>
                    <a:pt x="37" y="1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3" name="Freeform 134"/>
            <p:cNvSpPr>
              <a:spLocks/>
            </p:cNvSpPr>
            <p:nvPr/>
          </p:nvSpPr>
          <p:spPr bwMode="auto">
            <a:xfrm>
              <a:off x="2723504" y="2501446"/>
              <a:ext cx="45910" cy="41737"/>
            </a:xfrm>
            <a:custGeom>
              <a:avLst/>
              <a:gdLst>
                <a:gd name="T0" fmla="*/ 14 w 14"/>
                <a:gd name="T1" fmla="*/ 8 h 13"/>
                <a:gd name="T2" fmla="*/ 0 w 14"/>
                <a:gd name="T3" fmla="*/ 8 h 13"/>
                <a:gd name="T4" fmla="*/ 6 w 14"/>
                <a:gd name="T5" fmla="*/ 13 h 13"/>
                <a:gd name="T6" fmla="*/ 14 w 14"/>
                <a:gd name="T7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3">
                  <a:moveTo>
                    <a:pt x="14" y="8"/>
                  </a:moveTo>
                  <a:cubicBezTo>
                    <a:pt x="14" y="0"/>
                    <a:pt x="0" y="0"/>
                    <a:pt x="0" y="8"/>
                  </a:cubicBezTo>
                  <a:cubicBezTo>
                    <a:pt x="0" y="12"/>
                    <a:pt x="2" y="13"/>
                    <a:pt x="6" y="13"/>
                  </a:cubicBezTo>
                  <a:cubicBezTo>
                    <a:pt x="8" y="13"/>
                    <a:pt x="14" y="12"/>
                    <a:pt x="14" y="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4" name="Freeform 135"/>
            <p:cNvSpPr>
              <a:spLocks/>
            </p:cNvSpPr>
            <p:nvPr/>
          </p:nvSpPr>
          <p:spPr bwMode="auto">
            <a:xfrm>
              <a:off x="2588556" y="2694830"/>
              <a:ext cx="36172" cy="30607"/>
            </a:xfrm>
            <a:custGeom>
              <a:avLst/>
              <a:gdLst>
                <a:gd name="T0" fmla="*/ 5 w 11"/>
                <a:gd name="T1" fmla="*/ 0 h 9"/>
                <a:gd name="T2" fmla="*/ 0 w 11"/>
                <a:gd name="T3" fmla="*/ 6 h 9"/>
                <a:gd name="T4" fmla="*/ 0 w 11"/>
                <a:gd name="T5" fmla="*/ 9 h 9"/>
                <a:gd name="T6" fmla="*/ 11 w 11"/>
                <a:gd name="T7" fmla="*/ 1 h 9"/>
                <a:gd name="T8" fmla="*/ 5 w 11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9">
                  <a:moveTo>
                    <a:pt x="5" y="0"/>
                  </a:moveTo>
                  <a:cubicBezTo>
                    <a:pt x="4" y="2"/>
                    <a:pt x="0" y="4"/>
                    <a:pt x="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4" y="9"/>
                    <a:pt x="9" y="4"/>
                    <a:pt x="11" y="1"/>
                  </a:cubicBezTo>
                  <a:cubicBezTo>
                    <a:pt x="8" y="0"/>
                    <a:pt x="9" y="0"/>
                    <a:pt x="5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5" name="Freeform 136"/>
            <p:cNvSpPr>
              <a:spLocks/>
            </p:cNvSpPr>
            <p:nvPr/>
          </p:nvSpPr>
          <p:spPr bwMode="auto">
            <a:xfrm>
              <a:off x="2644205" y="2292759"/>
              <a:ext cx="101559" cy="43129"/>
            </a:xfrm>
            <a:custGeom>
              <a:avLst/>
              <a:gdLst>
                <a:gd name="T0" fmla="*/ 12 w 31"/>
                <a:gd name="T1" fmla="*/ 13 h 13"/>
                <a:gd name="T2" fmla="*/ 20 w 31"/>
                <a:gd name="T3" fmla="*/ 11 h 13"/>
                <a:gd name="T4" fmla="*/ 27 w 31"/>
                <a:gd name="T5" fmla="*/ 12 h 13"/>
                <a:gd name="T6" fmla="*/ 31 w 31"/>
                <a:gd name="T7" fmla="*/ 9 h 13"/>
                <a:gd name="T8" fmla="*/ 15 w 31"/>
                <a:gd name="T9" fmla="*/ 2 h 13"/>
                <a:gd name="T10" fmla="*/ 4 w 31"/>
                <a:gd name="T11" fmla="*/ 0 h 13"/>
                <a:gd name="T12" fmla="*/ 0 w 31"/>
                <a:gd name="T13" fmla="*/ 3 h 13"/>
                <a:gd name="T14" fmla="*/ 5 w 31"/>
                <a:gd name="T15" fmla="*/ 8 h 13"/>
                <a:gd name="T16" fmla="*/ 12 w 31"/>
                <a:gd name="T1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13">
                  <a:moveTo>
                    <a:pt x="12" y="13"/>
                  </a:moveTo>
                  <a:cubicBezTo>
                    <a:pt x="15" y="13"/>
                    <a:pt x="17" y="11"/>
                    <a:pt x="20" y="11"/>
                  </a:cubicBezTo>
                  <a:cubicBezTo>
                    <a:pt x="22" y="11"/>
                    <a:pt x="24" y="12"/>
                    <a:pt x="27" y="12"/>
                  </a:cubicBezTo>
                  <a:cubicBezTo>
                    <a:pt x="29" y="12"/>
                    <a:pt x="30" y="11"/>
                    <a:pt x="31" y="9"/>
                  </a:cubicBezTo>
                  <a:cubicBezTo>
                    <a:pt x="27" y="7"/>
                    <a:pt x="22" y="2"/>
                    <a:pt x="15" y="2"/>
                  </a:cubicBezTo>
                  <a:cubicBezTo>
                    <a:pt x="11" y="2"/>
                    <a:pt x="9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6"/>
                    <a:pt x="3" y="7"/>
                    <a:pt x="5" y="8"/>
                  </a:cubicBezTo>
                  <a:cubicBezTo>
                    <a:pt x="3" y="12"/>
                    <a:pt x="7" y="13"/>
                    <a:pt x="12" y="1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6" name="Freeform 137"/>
            <p:cNvSpPr>
              <a:spLocks/>
            </p:cNvSpPr>
            <p:nvPr/>
          </p:nvSpPr>
          <p:spPr bwMode="auto">
            <a:xfrm>
              <a:off x="2653943" y="2715698"/>
              <a:ext cx="23651" cy="25042"/>
            </a:xfrm>
            <a:custGeom>
              <a:avLst/>
              <a:gdLst>
                <a:gd name="T0" fmla="*/ 3 w 7"/>
                <a:gd name="T1" fmla="*/ 8 h 8"/>
                <a:gd name="T2" fmla="*/ 7 w 7"/>
                <a:gd name="T3" fmla="*/ 3 h 8"/>
                <a:gd name="T4" fmla="*/ 0 w 7"/>
                <a:gd name="T5" fmla="*/ 4 h 8"/>
                <a:gd name="T6" fmla="*/ 3 w 7"/>
                <a:gd name="T7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8">
                  <a:moveTo>
                    <a:pt x="3" y="8"/>
                  </a:moveTo>
                  <a:cubicBezTo>
                    <a:pt x="6" y="8"/>
                    <a:pt x="6" y="4"/>
                    <a:pt x="7" y="3"/>
                  </a:cubicBezTo>
                  <a:cubicBezTo>
                    <a:pt x="5" y="0"/>
                    <a:pt x="0" y="0"/>
                    <a:pt x="0" y="4"/>
                  </a:cubicBezTo>
                  <a:cubicBezTo>
                    <a:pt x="0" y="4"/>
                    <a:pt x="3" y="8"/>
                    <a:pt x="3" y="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7" name="Freeform 138"/>
            <p:cNvSpPr>
              <a:spLocks/>
            </p:cNvSpPr>
            <p:nvPr/>
          </p:nvSpPr>
          <p:spPr bwMode="auto">
            <a:xfrm>
              <a:off x="2776370" y="2513967"/>
              <a:ext cx="25042" cy="13912"/>
            </a:xfrm>
            <a:custGeom>
              <a:avLst/>
              <a:gdLst>
                <a:gd name="T0" fmla="*/ 8 w 8"/>
                <a:gd name="T1" fmla="*/ 3 h 4"/>
                <a:gd name="T2" fmla="*/ 3 w 8"/>
                <a:gd name="T3" fmla="*/ 0 h 4"/>
                <a:gd name="T4" fmla="*/ 0 w 8"/>
                <a:gd name="T5" fmla="*/ 2 h 4"/>
                <a:gd name="T6" fmla="*/ 3 w 8"/>
                <a:gd name="T7" fmla="*/ 4 h 4"/>
                <a:gd name="T8" fmla="*/ 8 w 8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8" y="3"/>
                  </a:moveTo>
                  <a:cubicBezTo>
                    <a:pt x="7" y="3"/>
                    <a:pt x="5" y="0"/>
                    <a:pt x="3" y="0"/>
                  </a:cubicBezTo>
                  <a:cubicBezTo>
                    <a:pt x="3" y="0"/>
                    <a:pt x="0" y="1"/>
                    <a:pt x="0" y="2"/>
                  </a:cubicBezTo>
                  <a:cubicBezTo>
                    <a:pt x="0" y="3"/>
                    <a:pt x="2" y="4"/>
                    <a:pt x="3" y="4"/>
                  </a:cubicBezTo>
                  <a:cubicBezTo>
                    <a:pt x="6" y="4"/>
                    <a:pt x="5" y="4"/>
                    <a:pt x="8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8" name="Freeform 139"/>
            <p:cNvSpPr>
              <a:spLocks/>
            </p:cNvSpPr>
            <p:nvPr/>
          </p:nvSpPr>
          <p:spPr bwMode="auto">
            <a:xfrm>
              <a:off x="2670638" y="2470838"/>
              <a:ext cx="26433" cy="16695"/>
            </a:xfrm>
            <a:custGeom>
              <a:avLst/>
              <a:gdLst>
                <a:gd name="T0" fmla="*/ 8 w 8"/>
                <a:gd name="T1" fmla="*/ 0 h 5"/>
                <a:gd name="T2" fmla="*/ 3 w 8"/>
                <a:gd name="T3" fmla="*/ 5 h 5"/>
                <a:gd name="T4" fmla="*/ 8 w 8"/>
                <a:gd name="T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5">
                  <a:moveTo>
                    <a:pt x="8" y="0"/>
                  </a:moveTo>
                  <a:cubicBezTo>
                    <a:pt x="5" y="0"/>
                    <a:pt x="0" y="5"/>
                    <a:pt x="3" y="5"/>
                  </a:cubicBezTo>
                  <a:cubicBezTo>
                    <a:pt x="6" y="5"/>
                    <a:pt x="7" y="2"/>
                    <a:pt x="8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69" name="Freeform 140"/>
            <p:cNvSpPr>
              <a:spLocks/>
            </p:cNvSpPr>
            <p:nvPr/>
          </p:nvSpPr>
          <p:spPr bwMode="auto">
            <a:xfrm>
              <a:off x="2446652" y="2292759"/>
              <a:ext cx="612136" cy="442417"/>
            </a:xfrm>
            <a:custGeom>
              <a:avLst/>
              <a:gdLst>
                <a:gd name="T0" fmla="*/ 112 w 186"/>
                <a:gd name="T1" fmla="*/ 27 h 134"/>
                <a:gd name="T2" fmla="*/ 81 w 186"/>
                <a:gd name="T3" fmla="*/ 13 h 134"/>
                <a:gd name="T4" fmla="*/ 67 w 186"/>
                <a:gd name="T5" fmla="*/ 17 h 134"/>
                <a:gd name="T6" fmla="*/ 63 w 186"/>
                <a:gd name="T7" fmla="*/ 15 h 134"/>
                <a:gd name="T8" fmla="*/ 29 w 186"/>
                <a:gd name="T9" fmla="*/ 13 h 134"/>
                <a:gd name="T10" fmla="*/ 26 w 186"/>
                <a:gd name="T11" fmla="*/ 24 h 134"/>
                <a:gd name="T12" fmla="*/ 24 w 186"/>
                <a:gd name="T13" fmla="*/ 16 h 134"/>
                <a:gd name="T14" fmla="*/ 32 w 186"/>
                <a:gd name="T15" fmla="*/ 2 h 134"/>
                <a:gd name="T16" fmla="*/ 6 w 186"/>
                <a:gd name="T17" fmla="*/ 8 h 134"/>
                <a:gd name="T18" fmla="*/ 0 w 186"/>
                <a:gd name="T19" fmla="*/ 24 h 134"/>
                <a:gd name="T20" fmla="*/ 15 w 186"/>
                <a:gd name="T21" fmla="*/ 33 h 134"/>
                <a:gd name="T22" fmla="*/ 5 w 186"/>
                <a:gd name="T23" fmla="*/ 36 h 134"/>
                <a:gd name="T24" fmla="*/ 22 w 186"/>
                <a:gd name="T25" fmla="*/ 43 h 134"/>
                <a:gd name="T26" fmla="*/ 63 w 186"/>
                <a:gd name="T27" fmla="*/ 47 h 134"/>
                <a:gd name="T28" fmla="*/ 75 w 186"/>
                <a:gd name="T29" fmla="*/ 43 h 134"/>
                <a:gd name="T30" fmla="*/ 87 w 186"/>
                <a:gd name="T31" fmla="*/ 58 h 134"/>
                <a:gd name="T32" fmla="*/ 96 w 186"/>
                <a:gd name="T33" fmla="*/ 58 h 134"/>
                <a:gd name="T34" fmla="*/ 108 w 186"/>
                <a:gd name="T35" fmla="*/ 86 h 134"/>
                <a:gd name="T36" fmla="*/ 107 w 186"/>
                <a:gd name="T37" fmla="*/ 93 h 134"/>
                <a:gd name="T38" fmla="*/ 87 w 186"/>
                <a:gd name="T39" fmla="*/ 95 h 134"/>
                <a:gd name="T40" fmla="*/ 87 w 186"/>
                <a:gd name="T41" fmla="*/ 109 h 134"/>
                <a:gd name="T42" fmla="*/ 98 w 186"/>
                <a:gd name="T43" fmla="*/ 108 h 134"/>
                <a:gd name="T44" fmla="*/ 120 w 186"/>
                <a:gd name="T45" fmla="*/ 116 h 134"/>
                <a:gd name="T46" fmla="*/ 152 w 186"/>
                <a:gd name="T47" fmla="*/ 131 h 134"/>
                <a:gd name="T48" fmla="*/ 157 w 186"/>
                <a:gd name="T49" fmla="*/ 131 h 134"/>
                <a:gd name="T50" fmla="*/ 143 w 186"/>
                <a:gd name="T51" fmla="*/ 115 h 134"/>
                <a:gd name="T52" fmla="*/ 168 w 186"/>
                <a:gd name="T53" fmla="*/ 115 h 134"/>
                <a:gd name="T54" fmla="*/ 164 w 186"/>
                <a:gd name="T55" fmla="*/ 107 h 134"/>
                <a:gd name="T56" fmla="*/ 154 w 186"/>
                <a:gd name="T57" fmla="*/ 104 h 134"/>
                <a:gd name="T58" fmla="*/ 147 w 186"/>
                <a:gd name="T59" fmla="*/ 95 h 134"/>
                <a:gd name="T60" fmla="*/ 151 w 186"/>
                <a:gd name="T61" fmla="*/ 91 h 134"/>
                <a:gd name="T62" fmla="*/ 146 w 186"/>
                <a:gd name="T63" fmla="*/ 87 h 134"/>
                <a:gd name="T64" fmla="*/ 172 w 186"/>
                <a:gd name="T65" fmla="*/ 100 h 134"/>
                <a:gd name="T66" fmla="*/ 180 w 186"/>
                <a:gd name="T67" fmla="*/ 91 h 134"/>
                <a:gd name="T68" fmla="*/ 186 w 186"/>
                <a:gd name="T69" fmla="*/ 85 h 134"/>
                <a:gd name="T70" fmla="*/ 176 w 186"/>
                <a:gd name="T71" fmla="*/ 78 h 134"/>
                <a:gd name="T72" fmla="*/ 163 w 186"/>
                <a:gd name="T73" fmla="*/ 69 h 134"/>
                <a:gd name="T74" fmla="*/ 146 w 186"/>
                <a:gd name="T75" fmla="*/ 59 h 134"/>
                <a:gd name="T76" fmla="*/ 150 w 186"/>
                <a:gd name="T77" fmla="*/ 52 h 134"/>
                <a:gd name="T78" fmla="*/ 151 w 186"/>
                <a:gd name="T79" fmla="*/ 48 h 134"/>
                <a:gd name="T80" fmla="*/ 139 w 186"/>
                <a:gd name="T81" fmla="*/ 43 h 134"/>
                <a:gd name="T82" fmla="*/ 124 w 186"/>
                <a:gd name="T83" fmla="*/ 32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6" h="134">
                  <a:moveTo>
                    <a:pt x="117" y="27"/>
                  </a:moveTo>
                  <a:cubicBezTo>
                    <a:pt x="116" y="27"/>
                    <a:pt x="115" y="27"/>
                    <a:pt x="112" y="27"/>
                  </a:cubicBezTo>
                  <a:cubicBezTo>
                    <a:pt x="104" y="27"/>
                    <a:pt x="103" y="20"/>
                    <a:pt x="98" y="16"/>
                  </a:cubicBezTo>
                  <a:cubicBezTo>
                    <a:pt x="95" y="14"/>
                    <a:pt x="85" y="13"/>
                    <a:pt x="81" y="13"/>
                  </a:cubicBezTo>
                  <a:cubicBezTo>
                    <a:pt x="77" y="13"/>
                    <a:pt x="75" y="19"/>
                    <a:pt x="72" y="19"/>
                  </a:cubicBezTo>
                  <a:cubicBezTo>
                    <a:pt x="69" y="19"/>
                    <a:pt x="69" y="17"/>
                    <a:pt x="67" y="17"/>
                  </a:cubicBezTo>
                  <a:cubicBezTo>
                    <a:pt x="65" y="17"/>
                    <a:pt x="63" y="19"/>
                    <a:pt x="63" y="19"/>
                  </a:cubicBezTo>
                  <a:cubicBezTo>
                    <a:pt x="59" y="19"/>
                    <a:pt x="63" y="16"/>
                    <a:pt x="63" y="15"/>
                  </a:cubicBezTo>
                  <a:cubicBezTo>
                    <a:pt x="63" y="10"/>
                    <a:pt x="59" y="2"/>
                    <a:pt x="53" y="2"/>
                  </a:cubicBezTo>
                  <a:cubicBezTo>
                    <a:pt x="44" y="2"/>
                    <a:pt x="29" y="4"/>
                    <a:pt x="29" y="13"/>
                  </a:cubicBezTo>
                  <a:cubicBezTo>
                    <a:pt x="29" y="15"/>
                    <a:pt x="31" y="17"/>
                    <a:pt x="31" y="19"/>
                  </a:cubicBezTo>
                  <a:cubicBezTo>
                    <a:pt x="31" y="21"/>
                    <a:pt x="28" y="24"/>
                    <a:pt x="26" y="24"/>
                  </a:cubicBezTo>
                  <a:cubicBezTo>
                    <a:pt x="24" y="24"/>
                    <a:pt x="24" y="22"/>
                    <a:pt x="24" y="20"/>
                  </a:cubicBezTo>
                  <a:cubicBezTo>
                    <a:pt x="24" y="20"/>
                    <a:pt x="23" y="17"/>
                    <a:pt x="24" y="16"/>
                  </a:cubicBezTo>
                  <a:cubicBezTo>
                    <a:pt x="23" y="16"/>
                    <a:pt x="22" y="15"/>
                    <a:pt x="22" y="14"/>
                  </a:cubicBezTo>
                  <a:cubicBezTo>
                    <a:pt x="22" y="7"/>
                    <a:pt x="30" y="7"/>
                    <a:pt x="32" y="2"/>
                  </a:cubicBezTo>
                  <a:cubicBezTo>
                    <a:pt x="32" y="2"/>
                    <a:pt x="24" y="0"/>
                    <a:pt x="24" y="0"/>
                  </a:cubicBezTo>
                  <a:cubicBezTo>
                    <a:pt x="17" y="0"/>
                    <a:pt x="11" y="3"/>
                    <a:pt x="6" y="8"/>
                  </a:cubicBezTo>
                  <a:cubicBezTo>
                    <a:pt x="5" y="9"/>
                    <a:pt x="6" y="13"/>
                    <a:pt x="5" y="14"/>
                  </a:cubicBezTo>
                  <a:cubicBezTo>
                    <a:pt x="1" y="17"/>
                    <a:pt x="0" y="18"/>
                    <a:pt x="0" y="24"/>
                  </a:cubicBezTo>
                  <a:cubicBezTo>
                    <a:pt x="0" y="26"/>
                    <a:pt x="3" y="31"/>
                    <a:pt x="3" y="31"/>
                  </a:cubicBezTo>
                  <a:cubicBezTo>
                    <a:pt x="3" y="31"/>
                    <a:pt x="15" y="31"/>
                    <a:pt x="15" y="33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1" y="35"/>
                    <a:pt x="8" y="34"/>
                    <a:pt x="5" y="36"/>
                  </a:cubicBezTo>
                  <a:cubicBezTo>
                    <a:pt x="6" y="39"/>
                    <a:pt x="10" y="39"/>
                    <a:pt x="11" y="43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7" y="47"/>
                    <a:pt x="28" y="47"/>
                  </a:cubicBezTo>
                  <a:cubicBezTo>
                    <a:pt x="39" y="47"/>
                    <a:pt x="56" y="46"/>
                    <a:pt x="63" y="47"/>
                  </a:cubicBezTo>
                  <a:cubicBezTo>
                    <a:pt x="63" y="48"/>
                    <a:pt x="62" y="52"/>
                    <a:pt x="65" y="52"/>
                  </a:cubicBezTo>
                  <a:cubicBezTo>
                    <a:pt x="69" y="52"/>
                    <a:pt x="72" y="43"/>
                    <a:pt x="75" y="43"/>
                  </a:cubicBezTo>
                  <a:cubicBezTo>
                    <a:pt x="78" y="43"/>
                    <a:pt x="90" y="53"/>
                    <a:pt x="92" y="56"/>
                  </a:cubicBezTo>
                  <a:cubicBezTo>
                    <a:pt x="91" y="56"/>
                    <a:pt x="87" y="56"/>
                    <a:pt x="87" y="58"/>
                  </a:cubicBezTo>
                  <a:cubicBezTo>
                    <a:pt x="87" y="59"/>
                    <a:pt x="88" y="61"/>
                    <a:pt x="89" y="61"/>
                  </a:cubicBezTo>
                  <a:cubicBezTo>
                    <a:pt x="91" y="61"/>
                    <a:pt x="93" y="58"/>
                    <a:pt x="96" y="58"/>
                  </a:cubicBezTo>
                  <a:cubicBezTo>
                    <a:pt x="101" y="58"/>
                    <a:pt x="115" y="70"/>
                    <a:pt x="115" y="75"/>
                  </a:cubicBezTo>
                  <a:cubicBezTo>
                    <a:pt x="115" y="79"/>
                    <a:pt x="110" y="84"/>
                    <a:pt x="108" y="86"/>
                  </a:cubicBezTo>
                  <a:cubicBezTo>
                    <a:pt x="107" y="87"/>
                    <a:pt x="103" y="85"/>
                    <a:pt x="103" y="89"/>
                  </a:cubicBezTo>
                  <a:cubicBezTo>
                    <a:pt x="103" y="91"/>
                    <a:pt x="106" y="92"/>
                    <a:pt x="107" y="93"/>
                  </a:cubicBezTo>
                  <a:cubicBezTo>
                    <a:pt x="104" y="95"/>
                    <a:pt x="98" y="95"/>
                    <a:pt x="96" y="95"/>
                  </a:cubicBezTo>
                  <a:cubicBezTo>
                    <a:pt x="94" y="95"/>
                    <a:pt x="91" y="95"/>
                    <a:pt x="87" y="95"/>
                  </a:cubicBezTo>
                  <a:cubicBezTo>
                    <a:pt x="84" y="95"/>
                    <a:pt x="78" y="100"/>
                    <a:pt x="78" y="102"/>
                  </a:cubicBezTo>
                  <a:cubicBezTo>
                    <a:pt x="78" y="105"/>
                    <a:pt x="85" y="109"/>
                    <a:pt x="87" y="109"/>
                  </a:cubicBezTo>
                  <a:cubicBezTo>
                    <a:pt x="90" y="109"/>
                    <a:pt x="91" y="106"/>
                    <a:pt x="94" y="106"/>
                  </a:cubicBezTo>
                  <a:cubicBezTo>
                    <a:pt x="96" y="106"/>
                    <a:pt x="96" y="108"/>
                    <a:pt x="98" y="108"/>
                  </a:cubicBezTo>
                  <a:cubicBezTo>
                    <a:pt x="100" y="108"/>
                    <a:pt x="101" y="106"/>
                    <a:pt x="103" y="104"/>
                  </a:cubicBezTo>
                  <a:cubicBezTo>
                    <a:pt x="109" y="108"/>
                    <a:pt x="113" y="112"/>
                    <a:pt x="120" y="116"/>
                  </a:cubicBezTo>
                  <a:cubicBezTo>
                    <a:pt x="116" y="123"/>
                    <a:pt x="130" y="123"/>
                    <a:pt x="135" y="126"/>
                  </a:cubicBezTo>
                  <a:cubicBezTo>
                    <a:pt x="141" y="129"/>
                    <a:pt x="145" y="128"/>
                    <a:pt x="152" y="131"/>
                  </a:cubicBezTo>
                  <a:cubicBezTo>
                    <a:pt x="153" y="131"/>
                    <a:pt x="153" y="134"/>
                    <a:pt x="154" y="134"/>
                  </a:cubicBezTo>
                  <a:cubicBezTo>
                    <a:pt x="155" y="134"/>
                    <a:pt x="157" y="133"/>
                    <a:pt x="157" y="131"/>
                  </a:cubicBezTo>
                  <a:cubicBezTo>
                    <a:pt x="157" y="125"/>
                    <a:pt x="144" y="119"/>
                    <a:pt x="140" y="115"/>
                  </a:cubicBezTo>
                  <a:cubicBezTo>
                    <a:pt x="143" y="115"/>
                    <a:pt x="143" y="115"/>
                    <a:pt x="143" y="115"/>
                  </a:cubicBezTo>
                  <a:cubicBezTo>
                    <a:pt x="146" y="119"/>
                    <a:pt x="160" y="124"/>
                    <a:pt x="164" y="124"/>
                  </a:cubicBezTo>
                  <a:cubicBezTo>
                    <a:pt x="165" y="122"/>
                    <a:pt x="168" y="117"/>
                    <a:pt x="168" y="115"/>
                  </a:cubicBezTo>
                  <a:cubicBezTo>
                    <a:pt x="168" y="113"/>
                    <a:pt x="164" y="112"/>
                    <a:pt x="164" y="111"/>
                  </a:cubicBezTo>
                  <a:cubicBezTo>
                    <a:pt x="164" y="110"/>
                    <a:pt x="164" y="107"/>
                    <a:pt x="164" y="107"/>
                  </a:cubicBezTo>
                  <a:cubicBezTo>
                    <a:pt x="162" y="107"/>
                    <a:pt x="162" y="107"/>
                    <a:pt x="160" y="107"/>
                  </a:cubicBezTo>
                  <a:cubicBezTo>
                    <a:pt x="159" y="103"/>
                    <a:pt x="158" y="106"/>
                    <a:pt x="154" y="104"/>
                  </a:cubicBezTo>
                  <a:cubicBezTo>
                    <a:pt x="152" y="103"/>
                    <a:pt x="149" y="95"/>
                    <a:pt x="149" y="95"/>
                  </a:cubicBezTo>
                  <a:cubicBezTo>
                    <a:pt x="147" y="95"/>
                    <a:pt x="147" y="95"/>
                    <a:pt x="147" y="95"/>
                  </a:cubicBezTo>
                  <a:cubicBezTo>
                    <a:pt x="147" y="91"/>
                    <a:pt x="147" y="91"/>
                    <a:pt x="147" y="91"/>
                  </a:cubicBezTo>
                  <a:cubicBezTo>
                    <a:pt x="147" y="91"/>
                    <a:pt x="147" y="91"/>
                    <a:pt x="151" y="91"/>
                  </a:cubicBezTo>
                  <a:cubicBezTo>
                    <a:pt x="151" y="88"/>
                    <a:pt x="151" y="88"/>
                    <a:pt x="151" y="88"/>
                  </a:cubicBezTo>
                  <a:cubicBezTo>
                    <a:pt x="147" y="88"/>
                    <a:pt x="148" y="89"/>
                    <a:pt x="146" y="87"/>
                  </a:cubicBezTo>
                  <a:cubicBezTo>
                    <a:pt x="146" y="87"/>
                    <a:pt x="148" y="85"/>
                    <a:pt x="150" y="85"/>
                  </a:cubicBezTo>
                  <a:cubicBezTo>
                    <a:pt x="160" y="85"/>
                    <a:pt x="161" y="100"/>
                    <a:pt x="172" y="100"/>
                  </a:cubicBezTo>
                  <a:cubicBezTo>
                    <a:pt x="174" y="100"/>
                    <a:pt x="175" y="97"/>
                    <a:pt x="175" y="94"/>
                  </a:cubicBezTo>
                  <a:cubicBezTo>
                    <a:pt x="179" y="94"/>
                    <a:pt x="180" y="92"/>
                    <a:pt x="180" y="91"/>
                  </a:cubicBezTo>
                  <a:cubicBezTo>
                    <a:pt x="180" y="90"/>
                    <a:pt x="180" y="91"/>
                    <a:pt x="180" y="88"/>
                  </a:cubicBezTo>
                  <a:cubicBezTo>
                    <a:pt x="183" y="88"/>
                    <a:pt x="186" y="87"/>
                    <a:pt x="186" y="85"/>
                  </a:cubicBezTo>
                  <a:cubicBezTo>
                    <a:pt x="186" y="81"/>
                    <a:pt x="185" y="79"/>
                    <a:pt x="180" y="79"/>
                  </a:cubicBezTo>
                  <a:cubicBezTo>
                    <a:pt x="179" y="79"/>
                    <a:pt x="177" y="79"/>
                    <a:pt x="176" y="78"/>
                  </a:cubicBezTo>
                  <a:cubicBezTo>
                    <a:pt x="174" y="74"/>
                    <a:pt x="173" y="77"/>
                    <a:pt x="168" y="77"/>
                  </a:cubicBezTo>
                  <a:cubicBezTo>
                    <a:pt x="165" y="77"/>
                    <a:pt x="164" y="73"/>
                    <a:pt x="163" y="69"/>
                  </a:cubicBezTo>
                  <a:cubicBezTo>
                    <a:pt x="159" y="69"/>
                    <a:pt x="152" y="66"/>
                    <a:pt x="152" y="61"/>
                  </a:cubicBezTo>
                  <a:cubicBezTo>
                    <a:pt x="149" y="61"/>
                    <a:pt x="148" y="60"/>
                    <a:pt x="146" y="59"/>
                  </a:cubicBezTo>
                  <a:cubicBezTo>
                    <a:pt x="148" y="56"/>
                    <a:pt x="150" y="56"/>
                    <a:pt x="153" y="54"/>
                  </a:cubicBezTo>
                  <a:cubicBezTo>
                    <a:pt x="152" y="53"/>
                    <a:pt x="151" y="52"/>
                    <a:pt x="150" y="52"/>
                  </a:cubicBezTo>
                  <a:cubicBezTo>
                    <a:pt x="148" y="52"/>
                    <a:pt x="147" y="52"/>
                    <a:pt x="143" y="52"/>
                  </a:cubicBezTo>
                  <a:cubicBezTo>
                    <a:pt x="145" y="49"/>
                    <a:pt x="148" y="49"/>
                    <a:pt x="151" y="48"/>
                  </a:cubicBezTo>
                  <a:cubicBezTo>
                    <a:pt x="150" y="45"/>
                    <a:pt x="148" y="43"/>
                    <a:pt x="145" y="43"/>
                  </a:cubicBezTo>
                  <a:cubicBezTo>
                    <a:pt x="145" y="43"/>
                    <a:pt x="143" y="43"/>
                    <a:pt x="139" y="43"/>
                  </a:cubicBezTo>
                  <a:cubicBezTo>
                    <a:pt x="139" y="39"/>
                    <a:pt x="139" y="39"/>
                    <a:pt x="139" y="39"/>
                  </a:cubicBezTo>
                  <a:cubicBezTo>
                    <a:pt x="135" y="38"/>
                    <a:pt x="130" y="34"/>
                    <a:pt x="124" y="32"/>
                  </a:cubicBezTo>
                  <a:cubicBezTo>
                    <a:pt x="125" y="28"/>
                    <a:pt x="120" y="27"/>
                    <a:pt x="117" y="2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0" name="Freeform 141"/>
            <p:cNvSpPr>
              <a:spLocks/>
            </p:cNvSpPr>
            <p:nvPr/>
          </p:nvSpPr>
          <p:spPr bwMode="auto">
            <a:xfrm>
              <a:off x="2699853" y="2672570"/>
              <a:ext cx="16695" cy="16695"/>
            </a:xfrm>
            <a:custGeom>
              <a:avLst/>
              <a:gdLst>
                <a:gd name="T0" fmla="*/ 0 w 5"/>
                <a:gd name="T1" fmla="*/ 3 h 5"/>
                <a:gd name="T2" fmla="*/ 5 w 5"/>
                <a:gd name="T3" fmla="*/ 3 h 5"/>
                <a:gd name="T4" fmla="*/ 0 w 5"/>
                <a:gd name="T5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2" y="5"/>
                    <a:pt x="2" y="5"/>
                    <a:pt x="5" y="3"/>
                  </a:cubicBezTo>
                  <a:cubicBezTo>
                    <a:pt x="2" y="2"/>
                    <a:pt x="2" y="0"/>
                    <a:pt x="0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1" name="Freeform 142"/>
            <p:cNvSpPr>
              <a:spLocks/>
            </p:cNvSpPr>
            <p:nvPr/>
          </p:nvSpPr>
          <p:spPr bwMode="auto">
            <a:xfrm>
              <a:off x="2571861" y="2586312"/>
              <a:ext cx="16695" cy="16695"/>
            </a:xfrm>
            <a:custGeom>
              <a:avLst/>
              <a:gdLst>
                <a:gd name="T0" fmla="*/ 1 w 5"/>
                <a:gd name="T1" fmla="*/ 2 h 5"/>
                <a:gd name="T2" fmla="*/ 5 w 5"/>
                <a:gd name="T3" fmla="*/ 5 h 5"/>
                <a:gd name="T4" fmla="*/ 1 w 5"/>
                <a:gd name="T5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0" y="3"/>
                    <a:pt x="2" y="5"/>
                    <a:pt x="5" y="5"/>
                  </a:cubicBezTo>
                  <a:cubicBezTo>
                    <a:pt x="4" y="3"/>
                    <a:pt x="4" y="0"/>
                    <a:pt x="1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2" name="Freeform 143"/>
            <p:cNvSpPr>
              <a:spLocks noEditPoints="1"/>
            </p:cNvSpPr>
            <p:nvPr/>
          </p:nvSpPr>
          <p:spPr bwMode="auto">
            <a:xfrm>
              <a:off x="2410480" y="1848950"/>
              <a:ext cx="655263" cy="345030"/>
            </a:xfrm>
            <a:custGeom>
              <a:avLst/>
              <a:gdLst>
                <a:gd name="T0" fmla="*/ 15 w 199"/>
                <a:gd name="T1" fmla="*/ 26 h 105"/>
                <a:gd name="T2" fmla="*/ 13 w 199"/>
                <a:gd name="T3" fmla="*/ 31 h 105"/>
                <a:gd name="T4" fmla="*/ 26 w 199"/>
                <a:gd name="T5" fmla="*/ 27 h 105"/>
                <a:gd name="T6" fmla="*/ 23 w 199"/>
                <a:gd name="T7" fmla="*/ 34 h 105"/>
                <a:gd name="T8" fmla="*/ 29 w 199"/>
                <a:gd name="T9" fmla="*/ 41 h 105"/>
                <a:gd name="T10" fmla="*/ 37 w 199"/>
                <a:gd name="T11" fmla="*/ 38 h 105"/>
                <a:gd name="T12" fmla="*/ 51 w 199"/>
                <a:gd name="T13" fmla="*/ 41 h 105"/>
                <a:gd name="T14" fmla="*/ 55 w 199"/>
                <a:gd name="T15" fmla="*/ 45 h 105"/>
                <a:gd name="T16" fmla="*/ 50 w 199"/>
                <a:gd name="T17" fmla="*/ 45 h 105"/>
                <a:gd name="T18" fmla="*/ 34 w 199"/>
                <a:gd name="T19" fmla="*/ 45 h 105"/>
                <a:gd name="T20" fmla="*/ 32 w 199"/>
                <a:gd name="T21" fmla="*/ 49 h 105"/>
                <a:gd name="T22" fmla="*/ 36 w 199"/>
                <a:gd name="T23" fmla="*/ 67 h 105"/>
                <a:gd name="T24" fmla="*/ 30 w 199"/>
                <a:gd name="T25" fmla="*/ 78 h 105"/>
                <a:gd name="T26" fmla="*/ 34 w 199"/>
                <a:gd name="T27" fmla="*/ 74 h 105"/>
                <a:gd name="T28" fmla="*/ 47 w 199"/>
                <a:gd name="T29" fmla="*/ 86 h 105"/>
                <a:gd name="T30" fmla="*/ 29 w 199"/>
                <a:gd name="T31" fmla="*/ 80 h 105"/>
                <a:gd name="T32" fmla="*/ 31 w 199"/>
                <a:gd name="T33" fmla="*/ 90 h 105"/>
                <a:gd name="T34" fmla="*/ 17 w 199"/>
                <a:gd name="T35" fmla="*/ 100 h 105"/>
                <a:gd name="T36" fmla="*/ 41 w 199"/>
                <a:gd name="T37" fmla="*/ 104 h 105"/>
                <a:gd name="T38" fmla="*/ 65 w 199"/>
                <a:gd name="T39" fmla="*/ 102 h 105"/>
                <a:gd name="T40" fmla="*/ 90 w 199"/>
                <a:gd name="T41" fmla="*/ 96 h 105"/>
                <a:gd name="T42" fmla="*/ 81 w 199"/>
                <a:gd name="T43" fmla="*/ 94 h 105"/>
                <a:gd name="T44" fmla="*/ 89 w 199"/>
                <a:gd name="T45" fmla="*/ 82 h 105"/>
                <a:gd name="T46" fmla="*/ 111 w 199"/>
                <a:gd name="T47" fmla="*/ 71 h 105"/>
                <a:gd name="T48" fmla="*/ 111 w 199"/>
                <a:gd name="T49" fmla="*/ 62 h 105"/>
                <a:gd name="T50" fmla="*/ 119 w 199"/>
                <a:gd name="T51" fmla="*/ 56 h 105"/>
                <a:gd name="T52" fmla="*/ 152 w 199"/>
                <a:gd name="T53" fmla="*/ 38 h 105"/>
                <a:gd name="T54" fmla="*/ 161 w 199"/>
                <a:gd name="T55" fmla="*/ 26 h 105"/>
                <a:gd name="T56" fmla="*/ 199 w 199"/>
                <a:gd name="T57" fmla="*/ 14 h 105"/>
                <a:gd name="T58" fmla="*/ 180 w 199"/>
                <a:gd name="T59" fmla="*/ 4 h 105"/>
                <a:gd name="T60" fmla="*/ 160 w 199"/>
                <a:gd name="T61" fmla="*/ 7 h 105"/>
                <a:gd name="T62" fmla="*/ 132 w 199"/>
                <a:gd name="T63" fmla="*/ 2 h 105"/>
                <a:gd name="T64" fmla="*/ 119 w 199"/>
                <a:gd name="T65" fmla="*/ 0 h 105"/>
                <a:gd name="T66" fmla="*/ 103 w 199"/>
                <a:gd name="T67" fmla="*/ 1 h 105"/>
                <a:gd name="T68" fmla="*/ 75 w 199"/>
                <a:gd name="T69" fmla="*/ 2 h 105"/>
                <a:gd name="T70" fmla="*/ 65 w 199"/>
                <a:gd name="T71" fmla="*/ 6 h 105"/>
                <a:gd name="T72" fmla="*/ 38 w 199"/>
                <a:gd name="T73" fmla="*/ 11 h 105"/>
                <a:gd name="T74" fmla="*/ 27 w 199"/>
                <a:gd name="T75" fmla="*/ 18 h 105"/>
                <a:gd name="T76" fmla="*/ 0 w 199"/>
                <a:gd name="T77" fmla="*/ 26 h 105"/>
                <a:gd name="T78" fmla="*/ 8 w 199"/>
                <a:gd name="T79" fmla="*/ 26 h 105"/>
                <a:gd name="T80" fmla="*/ 79 w 199"/>
                <a:gd name="T81" fmla="*/ 38 h 105"/>
                <a:gd name="T82" fmla="*/ 68 w 199"/>
                <a:gd name="T83" fmla="*/ 4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9" h="105">
                  <a:moveTo>
                    <a:pt x="8" y="26"/>
                  </a:moveTo>
                  <a:cubicBezTo>
                    <a:pt x="15" y="26"/>
                    <a:pt x="15" y="26"/>
                    <a:pt x="15" y="26"/>
                  </a:cubicBezTo>
                  <a:cubicBezTo>
                    <a:pt x="12" y="26"/>
                    <a:pt x="11" y="27"/>
                    <a:pt x="9" y="29"/>
                  </a:cubicBezTo>
                  <a:cubicBezTo>
                    <a:pt x="9" y="29"/>
                    <a:pt x="12" y="31"/>
                    <a:pt x="13" y="31"/>
                  </a:cubicBezTo>
                  <a:cubicBezTo>
                    <a:pt x="17" y="31"/>
                    <a:pt x="17" y="26"/>
                    <a:pt x="22" y="26"/>
                  </a:cubicBezTo>
                  <a:cubicBezTo>
                    <a:pt x="24" y="26"/>
                    <a:pt x="24" y="26"/>
                    <a:pt x="26" y="27"/>
                  </a:cubicBezTo>
                  <a:cubicBezTo>
                    <a:pt x="20" y="28"/>
                    <a:pt x="15" y="28"/>
                    <a:pt x="12" y="34"/>
                  </a:cubicBezTo>
                  <a:cubicBezTo>
                    <a:pt x="14" y="33"/>
                    <a:pt x="19" y="34"/>
                    <a:pt x="23" y="34"/>
                  </a:cubicBezTo>
                  <a:cubicBezTo>
                    <a:pt x="20" y="34"/>
                    <a:pt x="18" y="35"/>
                    <a:pt x="17" y="36"/>
                  </a:cubicBezTo>
                  <a:cubicBezTo>
                    <a:pt x="18" y="38"/>
                    <a:pt x="25" y="41"/>
                    <a:pt x="29" y="41"/>
                  </a:cubicBezTo>
                  <a:cubicBezTo>
                    <a:pt x="31" y="41"/>
                    <a:pt x="33" y="38"/>
                    <a:pt x="34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6" y="42"/>
                    <a:pt x="42" y="43"/>
                    <a:pt x="46" y="43"/>
                  </a:cubicBezTo>
                  <a:cubicBezTo>
                    <a:pt x="48" y="43"/>
                    <a:pt x="49" y="41"/>
                    <a:pt x="51" y="41"/>
                  </a:cubicBezTo>
                  <a:cubicBezTo>
                    <a:pt x="53" y="41"/>
                    <a:pt x="54" y="42"/>
                    <a:pt x="57" y="43"/>
                  </a:cubicBezTo>
                  <a:cubicBezTo>
                    <a:pt x="56" y="46"/>
                    <a:pt x="55" y="44"/>
                    <a:pt x="55" y="45"/>
                  </a:cubicBezTo>
                  <a:cubicBezTo>
                    <a:pt x="55" y="47"/>
                    <a:pt x="63" y="52"/>
                    <a:pt x="64" y="53"/>
                  </a:cubicBezTo>
                  <a:cubicBezTo>
                    <a:pt x="57" y="53"/>
                    <a:pt x="55" y="47"/>
                    <a:pt x="50" y="45"/>
                  </a:cubicBezTo>
                  <a:cubicBezTo>
                    <a:pt x="45" y="44"/>
                    <a:pt x="40" y="45"/>
                    <a:pt x="38" y="45"/>
                  </a:cubicBezTo>
                  <a:cubicBezTo>
                    <a:pt x="37" y="45"/>
                    <a:pt x="35" y="44"/>
                    <a:pt x="34" y="45"/>
                  </a:cubicBezTo>
                  <a:cubicBezTo>
                    <a:pt x="35" y="47"/>
                    <a:pt x="35" y="48"/>
                    <a:pt x="38" y="48"/>
                  </a:cubicBezTo>
                  <a:cubicBezTo>
                    <a:pt x="35" y="48"/>
                    <a:pt x="32" y="47"/>
                    <a:pt x="32" y="49"/>
                  </a:cubicBezTo>
                  <a:cubicBezTo>
                    <a:pt x="32" y="54"/>
                    <a:pt x="47" y="54"/>
                    <a:pt x="47" y="61"/>
                  </a:cubicBezTo>
                  <a:cubicBezTo>
                    <a:pt x="47" y="67"/>
                    <a:pt x="42" y="65"/>
                    <a:pt x="36" y="67"/>
                  </a:cubicBezTo>
                  <a:cubicBezTo>
                    <a:pt x="32" y="68"/>
                    <a:pt x="30" y="71"/>
                    <a:pt x="30" y="74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2" y="78"/>
                    <a:pt x="32" y="78"/>
                    <a:pt x="34" y="74"/>
                  </a:cubicBezTo>
                  <a:cubicBezTo>
                    <a:pt x="37" y="74"/>
                    <a:pt x="37" y="74"/>
                    <a:pt x="37" y="74"/>
                  </a:cubicBezTo>
                  <a:cubicBezTo>
                    <a:pt x="37" y="82"/>
                    <a:pt x="44" y="82"/>
                    <a:pt x="47" y="86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39" y="86"/>
                    <a:pt x="37" y="80"/>
                    <a:pt x="29" y="80"/>
                  </a:cubicBezTo>
                  <a:cubicBezTo>
                    <a:pt x="27" y="80"/>
                    <a:pt x="24" y="79"/>
                    <a:pt x="24" y="83"/>
                  </a:cubicBezTo>
                  <a:cubicBezTo>
                    <a:pt x="24" y="87"/>
                    <a:pt x="28" y="87"/>
                    <a:pt x="31" y="90"/>
                  </a:cubicBezTo>
                  <a:cubicBezTo>
                    <a:pt x="26" y="93"/>
                    <a:pt x="15" y="90"/>
                    <a:pt x="15" y="99"/>
                  </a:cubicBezTo>
                  <a:cubicBezTo>
                    <a:pt x="15" y="99"/>
                    <a:pt x="15" y="100"/>
                    <a:pt x="17" y="100"/>
                  </a:cubicBezTo>
                  <a:cubicBezTo>
                    <a:pt x="18" y="100"/>
                    <a:pt x="19" y="99"/>
                    <a:pt x="20" y="98"/>
                  </a:cubicBezTo>
                  <a:cubicBezTo>
                    <a:pt x="27" y="101"/>
                    <a:pt x="34" y="104"/>
                    <a:pt x="41" y="104"/>
                  </a:cubicBezTo>
                  <a:cubicBezTo>
                    <a:pt x="44" y="104"/>
                    <a:pt x="46" y="102"/>
                    <a:pt x="48" y="102"/>
                  </a:cubicBezTo>
                  <a:cubicBezTo>
                    <a:pt x="54" y="102"/>
                    <a:pt x="58" y="102"/>
                    <a:pt x="65" y="102"/>
                  </a:cubicBezTo>
                  <a:cubicBezTo>
                    <a:pt x="69" y="102"/>
                    <a:pt x="67" y="105"/>
                    <a:pt x="72" y="105"/>
                  </a:cubicBezTo>
                  <a:cubicBezTo>
                    <a:pt x="78" y="105"/>
                    <a:pt x="90" y="100"/>
                    <a:pt x="90" y="96"/>
                  </a:cubicBezTo>
                  <a:cubicBezTo>
                    <a:pt x="90" y="94"/>
                    <a:pt x="88" y="94"/>
                    <a:pt x="87" y="94"/>
                  </a:cubicBezTo>
                  <a:cubicBezTo>
                    <a:pt x="85" y="94"/>
                    <a:pt x="85" y="94"/>
                    <a:pt x="81" y="94"/>
                  </a:cubicBezTo>
                  <a:cubicBezTo>
                    <a:pt x="81" y="86"/>
                    <a:pt x="91" y="92"/>
                    <a:pt x="91" y="84"/>
                  </a:cubicBezTo>
                  <a:cubicBezTo>
                    <a:pt x="91" y="83"/>
                    <a:pt x="90" y="82"/>
                    <a:pt x="89" y="82"/>
                  </a:cubicBezTo>
                  <a:cubicBezTo>
                    <a:pt x="91" y="82"/>
                    <a:pt x="91" y="82"/>
                    <a:pt x="101" y="82"/>
                  </a:cubicBezTo>
                  <a:cubicBezTo>
                    <a:pt x="105" y="78"/>
                    <a:pt x="106" y="73"/>
                    <a:pt x="111" y="71"/>
                  </a:cubicBezTo>
                  <a:cubicBezTo>
                    <a:pt x="109" y="67"/>
                    <a:pt x="107" y="67"/>
                    <a:pt x="104" y="66"/>
                  </a:cubicBezTo>
                  <a:cubicBezTo>
                    <a:pt x="109" y="66"/>
                    <a:pt x="111" y="66"/>
                    <a:pt x="111" y="62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108" y="58"/>
                    <a:pt x="114" y="58"/>
                    <a:pt x="119" y="56"/>
                  </a:cubicBezTo>
                  <a:cubicBezTo>
                    <a:pt x="122" y="55"/>
                    <a:pt x="127" y="57"/>
                    <a:pt x="131" y="55"/>
                  </a:cubicBezTo>
                  <a:cubicBezTo>
                    <a:pt x="137" y="50"/>
                    <a:pt x="143" y="41"/>
                    <a:pt x="152" y="38"/>
                  </a:cubicBezTo>
                  <a:cubicBezTo>
                    <a:pt x="160" y="35"/>
                    <a:pt x="173" y="32"/>
                    <a:pt x="178" y="26"/>
                  </a:cubicBezTo>
                  <a:cubicBezTo>
                    <a:pt x="172" y="26"/>
                    <a:pt x="163" y="28"/>
                    <a:pt x="161" y="26"/>
                  </a:cubicBezTo>
                  <a:cubicBezTo>
                    <a:pt x="173" y="20"/>
                    <a:pt x="184" y="24"/>
                    <a:pt x="193" y="17"/>
                  </a:cubicBezTo>
                  <a:cubicBezTo>
                    <a:pt x="195" y="16"/>
                    <a:pt x="199" y="17"/>
                    <a:pt x="199" y="14"/>
                  </a:cubicBezTo>
                  <a:cubicBezTo>
                    <a:pt x="199" y="10"/>
                    <a:pt x="187" y="11"/>
                    <a:pt x="184" y="8"/>
                  </a:cubicBezTo>
                  <a:cubicBezTo>
                    <a:pt x="183" y="7"/>
                    <a:pt x="183" y="5"/>
                    <a:pt x="180" y="4"/>
                  </a:cubicBezTo>
                  <a:cubicBezTo>
                    <a:pt x="178" y="4"/>
                    <a:pt x="178" y="3"/>
                    <a:pt x="176" y="2"/>
                  </a:cubicBezTo>
                  <a:cubicBezTo>
                    <a:pt x="160" y="7"/>
                    <a:pt x="160" y="7"/>
                    <a:pt x="160" y="7"/>
                  </a:cubicBezTo>
                  <a:cubicBezTo>
                    <a:pt x="160" y="7"/>
                    <a:pt x="161" y="6"/>
                    <a:pt x="162" y="5"/>
                  </a:cubicBezTo>
                  <a:cubicBezTo>
                    <a:pt x="157" y="1"/>
                    <a:pt x="138" y="2"/>
                    <a:pt x="132" y="2"/>
                  </a:cubicBezTo>
                  <a:cubicBezTo>
                    <a:pt x="130" y="2"/>
                    <a:pt x="129" y="2"/>
                    <a:pt x="126" y="2"/>
                  </a:cubicBezTo>
                  <a:cubicBezTo>
                    <a:pt x="124" y="2"/>
                    <a:pt x="123" y="0"/>
                    <a:pt x="119" y="0"/>
                  </a:cubicBezTo>
                  <a:cubicBezTo>
                    <a:pt x="116" y="0"/>
                    <a:pt x="115" y="4"/>
                    <a:pt x="112" y="4"/>
                  </a:cubicBezTo>
                  <a:cubicBezTo>
                    <a:pt x="109" y="4"/>
                    <a:pt x="107" y="1"/>
                    <a:pt x="103" y="1"/>
                  </a:cubicBezTo>
                  <a:cubicBezTo>
                    <a:pt x="102" y="1"/>
                    <a:pt x="101" y="2"/>
                    <a:pt x="101" y="2"/>
                  </a:cubicBezTo>
                  <a:cubicBezTo>
                    <a:pt x="89" y="2"/>
                    <a:pt x="86" y="2"/>
                    <a:pt x="75" y="2"/>
                  </a:cubicBezTo>
                  <a:cubicBezTo>
                    <a:pt x="72" y="2"/>
                    <a:pt x="71" y="3"/>
                    <a:pt x="69" y="5"/>
                  </a:cubicBezTo>
                  <a:cubicBezTo>
                    <a:pt x="66" y="8"/>
                    <a:pt x="69" y="6"/>
                    <a:pt x="65" y="6"/>
                  </a:cubicBezTo>
                  <a:cubicBezTo>
                    <a:pt x="58" y="6"/>
                    <a:pt x="56" y="10"/>
                    <a:pt x="54" y="16"/>
                  </a:cubicBezTo>
                  <a:cubicBezTo>
                    <a:pt x="51" y="15"/>
                    <a:pt x="43" y="11"/>
                    <a:pt x="38" y="11"/>
                  </a:cubicBezTo>
                  <a:cubicBezTo>
                    <a:pt x="34" y="11"/>
                    <a:pt x="37" y="16"/>
                    <a:pt x="29" y="16"/>
                  </a:cubicBezTo>
                  <a:cubicBezTo>
                    <a:pt x="29" y="17"/>
                    <a:pt x="28" y="18"/>
                    <a:pt x="27" y="18"/>
                  </a:cubicBezTo>
                  <a:cubicBezTo>
                    <a:pt x="27" y="18"/>
                    <a:pt x="25" y="18"/>
                    <a:pt x="22" y="18"/>
                  </a:cubicBezTo>
                  <a:cubicBezTo>
                    <a:pt x="16" y="18"/>
                    <a:pt x="1" y="22"/>
                    <a:pt x="0" y="26"/>
                  </a:cubicBezTo>
                  <a:cubicBezTo>
                    <a:pt x="1" y="26"/>
                    <a:pt x="4" y="26"/>
                    <a:pt x="5" y="26"/>
                  </a:cubicBezTo>
                  <a:cubicBezTo>
                    <a:pt x="5" y="26"/>
                    <a:pt x="7" y="26"/>
                    <a:pt x="8" y="26"/>
                  </a:cubicBezTo>
                  <a:close/>
                  <a:moveTo>
                    <a:pt x="76" y="38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76" y="42"/>
                    <a:pt x="73" y="42"/>
                    <a:pt x="68" y="42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71" y="41"/>
                    <a:pt x="73" y="40"/>
                    <a:pt x="76" y="3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3" name="Freeform 144"/>
            <p:cNvSpPr>
              <a:spLocks noEditPoints="1"/>
            </p:cNvSpPr>
            <p:nvPr/>
          </p:nvSpPr>
          <p:spPr bwMode="auto">
            <a:xfrm>
              <a:off x="2818107" y="1815560"/>
              <a:ext cx="1279920" cy="972483"/>
            </a:xfrm>
            <a:custGeom>
              <a:avLst/>
              <a:gdLst>
                <a:gd name="T0" fmla="*/ 307 w 389"/>
                <a:gd name="T1" fmla="*/ 178 h 295"/>
                <a:gd name="T2" fmla="*/ 326 w 389"/>
                <a:gd name="T3" fmla="*/ 183 h 295"/>
                <a:gd name="T4" fmla="*/ 310 w 389"/>
                <a:gd name="T5" fmla="*/ 152 h 295"/>
                <a:gd name="T6" fmla="*/ 328 w 389"/>
                <a:gd name="T7" fmla="*/ 157 h 295"/>
                <a:gd name="T8" fmla="*/ 326 w 389"/>
                <a:gd name="T9" fmla="*/ 152 h 295"/>
                <a:gd name="T10" fmla="*/ 346 w 389"/>
                <a:gd name="T11" fmla="*/ 133 h 295"/>
                <a:gd name="T12" fmla="*/ 344 w 389"/>
                <a:gd name="T13" fmla="*/ 121 h 295"/>
                <a:gd name="T14" fmla="*/ 338 w 389"/>
                <a:gd name="T15" fmla="*/ 104 h 295"/>
                <a:gd name="T16" fmla="*/ 348 w 389"/>
                <a:gd name="T17" fmla="*/ 91 h 295"/>
                <a:gd name="T18" fmla="*/ 336 w 389"/>
                <a:gd name="T19" fmla="*/ 77 h 295"/>
                <a:gd name="T20" fmla="*/ 356 w 389"/>
                <a:gd name="T21" fmla="*/ 58 h 295"/>
                <a:gd name="T22" fmla="*/ 361 w 389"/>
                <a:gd name="T23" fmla="*/ 48 h 295"/>
                <a:gd name="T24" fmla="*/ 376 w 389"/>
                <a:gd name="T25" fmla="*/ 25 h 295"/>
                <a:gd name="T26" fmla="*/ 352 w 389"/>
                <a:gd name="T27" fmla="*/ 33 h 295"/>
                <a:gd name="T28" fmla="*/ 310 w 389"/>
                <a:gd name="T29" fmla="*/ 52 h 295"/>
                <a:gd name="T30" fmla="*/ 293 w 389"/>
                <a:gd name="T31" fmla="*/ 38 h 295"/>
                <a:gd name="T32" fmla="*/ 306 w 389"/>
                <a:gd name="T33" fmla="*/ 24 h 295"/>
                <a:gd name="T34" fmla="*/ 275 w 389"/>
                <a:gd name="T35" fmla="*/ 0 h 295"/>
                <a:gd name="T36" fmla="*/ 202 w 389"/>
                <a:gd name="T37" fmla="*/ 6 h 295"/>
                <a:gd name="T38" fmla="*/ 183 w 389"/>
                <a:gd name="T39" fmla="*/ 7 h 295"/>
                <a:gd name="T40" fmla="*/ 159 w 389"/>
                <a:gd name="T41" fmla="*/ 18 h 295"/>
                <a:gd name="T42" fmla="*/ 141 w 389"/>
                <a:gd name="T43" fmla="*/ 20 h 295"/>
                <a:gd name="T44" fmla="*/ 134 w 389"/>
                <a:gd name="T45" fmla="*/ 28 h 295"/>
                <a:gd name="T46" fmla="*/ 122 w 389"/>
                <a:gd name="T47" fmla="*/ 28 h 295"/>
                <a:gd name="T48" fmla="*/ 75 w 389"/>
                <a:gd name="T49" fmla="*/ 30 h 295"/>
                <a:gd name="T50" fmla="*/ 37 w 389"/>
                <a:gd name="T51" fmla="*/ 52 h 295"/>
                <a:gd name="T52" fmla="*/ 44 w 389"/>
                <a:gd name="T53" fmla="*/ 72 h 295"/>
                <a:gd name="T54" fmla="*/ 0 w 389"/>
                <a:gd name="T55" fmla="*/ 86 h 295"/>
                <a:gd name="T56" fmla="*/ 22 w 389"/>
                <a:gd name="T57" fmla="*/ 100 h 295"/>
                <a:gd name="T58" fmla="*/ 18 w 389"/>
                <a:gd name="T59" fmla="*/ 104 h 295"/>
                <a:gd name="T60" fmla="*/ 37 w 389"/>
                <a:gd name="T61" fmla="*/ 117 h 295"/>
                <a:gd name="T62" fmla="*/ 42 w 389"/>
                <a:gd name="T63" fmla="*/ 113 h 295"/>
                <a:gd name="T64" fmla="*/ 63 w 389"/>
                <a:gd name="T65" fmla="*/ 112 h 295"/>
                <a:gd name="T66" fmla="*/ 116 w 389"/>
                <a:gd name="T67" fmla="*/ 159 h 295"/>
                <a:gd name="T68" fmla="*/ 123 w 389"/>
                <a:gd name="T69" fmla="*/ 168 h 295"/>
                <a:gd name="T70" fmla="*/ 124 w 389"/>
                <a:gd name="T71" fmla="*/ 181 h 295"/>
                <a:gd name="T72" fmla="*/ 137 w 389"/>
                <a:gd name="T73" fmla="*/ 206 h 295"/>
                <a:gd name="T74" fmla="*/ 122 w 389"/>
                <a:gd name="T75" fmla="*/ 220 h 295"/>
                <a:gd name="T76" fmla="*/ 124 w 389"/>
                <a:gd name="T77" fmla="*/ 231 h 295"/>
                <a:gd name="T78" fmla="*/ 143 w 389"/>
                <a:gd name="T79" fmla="*/ 252 h 295"/>
                <a:gd name="T80" fmla="*/ 154 w 389"/>
                <a:gd name="T81" fmla="*/ 281 h 295"/>
                <a:gd name="T82" fmla="*/ 182 w 389"/>
                <a:gd name="T83" fmla="*/ 295 h 295"/>
                <a:gd name="T84" fmla="*/ 198 w 389"/>
                <a:gd name="T85" fmla="*/ 281 h 295"/>
                <a:gd name="T86" fmla="*/ 206 w 389"/>
                <a:gd name="T87" fmla="*/ 251 h 295"/>
                <a:gd name="T88" fmla="*/ 225 w 389"/>
                <a:gd name="T89" fmla="*/ 236 h 295"/>
                <a:gd name="T90" fmla="*/ 232 w 389"/>
                <a:gd name="T91" fmla="*/ 236 h 295"/>
                <a:gd name="T92" fmla="*/ 262 w 389"/>
                <a:gd name="T93" fmla="*/ 212 h 295"/>
                <a:gd name="T94" fmla="*/ 301 w 389"/>
                <a:gd name="T95" fmla="*/ 203 h 295"/>
                <a:gd name="T96" fmla="*/ 39 w 389"/>
                <a:gd name="T97" fmla="*/ 96 h 295"/>
                <a:gd name="T98" fmla="*/ 42 w 389"/>
                <a:gd name="T99" fmla="*/ 92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89" h="295">
                  <a:moveTo>
                    <a:pt x="327" y="188"/>
                  </a:moveTo>
                  <a:cubicBezTo>
                    <a:pt x="322" y="187"/>
                    <a:pt x="302" y="188"/>
                    <a:pt x="302" y="181"/>
                  </a:cubicBezTo>
                  <a:cubicBezTo>
                    <a:pt x="303" y="181"/>
                    <a:pt x="307" y="180"/>
                    <a:pt x="307" y="178"/>
                  </a:cubicBezTo>
                  <a:cubicBezTo>
                    <a:pt x="307" y="176"/>
                    <a:pt x="305" y="175"/>
                    <a:pt x="305" y="172"/>
                  </a:cubicBezTo>
                  <a:cubicBezTo>
                    <a:pt x="306" y="173"/>
                    <a:pt x="307" y="172"/>
                    <a:pt x="308" y="172"/>
                  </a:cubicBezTo>
                  <a:cubicBezTo>
                    <a:pt x="317" y="172"/>
                    <a:pt x="315" y="183"/>
                    <a:pt x="326" y="183"/>
                  </a:cubicBezTo>
                  <a:cubicBezTo>
                    <a:pt x="328" y="183"/>
                    <a:pt x="332" y="183"/>
                    <a:pt x="332" y="181"/>
                  </a:cubicBezTo>
                  <a:cubicBezTo>
                    <a:pt x="332" y="168"/>
                    <a:pt x="318" y="164"/>
                    <a:pt x="310" y="156"/>
                  </a:cubicBezTo>
                  <a:cubicBezTo>
                    <a:pt x="310" y="152"/>
                    <a:pt x="310" y="152"/>
                    <a:pt x="310" y="152"/>
                  </a:cubicBezTo>
                  <a:cubicBezTo>
                    <a:pt x="310" y="152"/>
                    <a:pt x="311" y="153"/>
                    <a:pt x="313" y="152"/>
                  </a:cubicBezTo>
                  <a:cubicBezTo>
                    <a:pt x="314" y="157"/>
                    <a:pt x="321" y="163"/>
                    <a:pt x="325" y="163"/>
                  </a:cubicBezTo>
                  <a:cubicBezTo>
                    <a:pt x="328" y="163"/>
                    <a:pt x="328" y="160"/>
                    <a:pt x="328" y="157"/>
                  </a:cubicBezTo>
                  <a:cubicBezTo>
                    <a:pt x="328" y="151"/>
                    <a:pt x="318" y="152"/>
                    <a:pt x="316" y="148"/>
                  </a:cubicBezTo>
                  <a:cubicBezTo>
                    <a:pt x="319" y="148"/>
                    <a:pt x="319" y="148"/>
                    <a:pt x="319" y="148"/>
                  </a:cubicBezTo>
                  <a:cubicBezTo>
                    <a:pt x="321" y="148"/>
                    <a:pt x="323" y="151"/>
                    <a:pt x="326" y="152"/>
                  </a:cubicBezTo>
                  <a:cubicBezTo>
                    <a:pt x="328" y="147"/>
                    <a:pt x="337" y="150"/>
                    <a:pt x="338" y="143"/>
                  </a:cubicBezTo>
                  <a:cubicBezTo>
                    <a:pt x="337" y="143"/>
                    <a:pt x="336" y="141"/>
                    <a:pt x="336" y="140"/>
                  </a:cubicBezTo>
                  <a:cubicBezTo>
                    <a:pt x="340" y="139"/>
                    <a:pt x="345" y="137"/>
                    <a:pt x="346" y="133"/>
                  </a:cubicBezTo>
                  <a:cubicBezTo>
                    <a:pt x="343" y="132"/>
                    <a:pt x="337" y="133"/>
                    <a:pt x="337" y="129"/>
                  </a:cubicBezTo>
                  <a:cubicBezTo>
                    <a:pt x="337" y="126"/>
                    <a:pt x="341" y="126"/>
                    <a:pt x="344" y="126"/>
                  </a:cubicBezTo>
                  <a:cubicBezTo>
                    <a:pt x="343" y="124"/>
                    <a:pt x="344" y="123"/>
                    <a:pt x="344" y="121"/>
                  </a:cubicBezTo>
                  <a:cubicBezTo>
                    <a:pt x="344" y="117"/>
                    <a:pt x="341" y="116"/>
                    <a:pt x="341" y="111"/>
                  </a:cubicBezTo>
                  <a:cubicBezTo>
                    <a:pt x="338" y="111"/>
                    <a:pt x="334" y="111"/>
                    <a:pt x="334" y="107"/>
                  </a:cubicBezTo>
                  <a:cubicBezTo>
                    <a:pt x="334" y="106"/>
                    <a:pt x="336" y="104"/>
                    <a:pt x="338" y="104"/>
                  </a:cubicBezTo>
                  <a:cubicBezTo>
                    <a:pt x="342" y="104"/>
                    <a:pt x="354" y="106"/>
                    <a:pt x="354" y="100"/>
                  </a:cubicBezTo>
                  <a:cubicBezTo>
                    <a:pt x="354" y="95"/>
                    <a:pt x="345" y="96"/>
                    <a:pt x="344" y="92"/>
                  </a:cubicBezTo>
                  <a:cubicBezTo>
                    <a:pt x="346" y="92"/>
                    <a:pt x="347" y="92"/>
                    <a:pt x="348" y="91"/>
                  </a:cubicBezTo>
                  <a:cubicBezTo>
                    <a:pt x="346" y="89"/>
                    <a:pt x="343" y="87"/>
                    <a:pt x="339" y="87"/>
                  </a:cubicBezTo>
                  <a:cubicBezTo>
                    <a:pt x="337" y="87"/>
                    <a:pt x="335" y="88"/>
                    <a:pt x="333" y="87"/>
                  </a:cubicBezTo>
                  <a:cubicBezTo>
                    <a:pt x="334" y="84"/>
                    <a:pt x="334" y="79"/>
                    <a:pt x="336" y="77"/>
                  </a:cubicBezTo>
                  <a:cubicBezTo>
                    <a:pt x="341" y="74"/>
                    <a:pt x="345" y="72"/>
                    <a:pt x="345" y="67"/>
                  </a:cubicBezTo>
                  <a:cubicBezTo>
                    <a:pt x="345" y="67"/>
                    <a:pt x="346" y="67"/>
                    <a:pt x="345" y="64"/>
                  </a:cubicBezTo>
                  <a:cubicBezTo>
                    <a:pt x="350" y="63"/>
                    <a:pt x="356" y="62"/>
                    <a:pt x="356" y="58"/>
                  </a:cubicBezTo>
                  <a:cubicBezTo>
                    <a:pt x="356" y="56"/>
                    <a:pt x="357" y="59"/>
                    <a:pt x="356" y="55"/>
                  </a:cubicBezTo>
                  <a:cubicBezTo>
                    <a:pt x="360" y="54"/>
                    <a:pt x="366" y="54"/>
                    <a:pt x="366" y="48"/>
                  </a:cubicBezTo>
                  <a:cubicBezTo>
                    <a:pt x="364" y="50"/>
                    <a:pt x="364" y="50"/>
                    <a:pt x="361" y="48"/>
                  </a:cubicBezTo>
                  <a:cubicBezTo>
                    <a:pt x="371" y="48"/>
                    <a:pt x="376" y="42"/>
                    <a:pt x="384" y="39"/>
                  </a:cubicBezTo>
                  <a:cubicBezTo>
                    <a:pt x="385" y="39"/>
                    <a:pt x="389" y="37"/>
                    <a:pt x="389" y="34"/>
                  </a:cubicBezTo>
                  <a:cubicBezTo>
                    <a:pt x="389" y="31"/>
                    <a:pt x="379" y="25"/>
                    <a:pt x="376" y="25"/>
                  </a:cubicBezTo>
                  <a:cubicBezTo>
                    <a:pt x="373" y="25"/>
                    <a:pt x="372" y="28"/>
                    <a:pt x="371" y="28"/>
                  </a:cubicBezTo>
                  <a:cubicBezTo>
                    <a:pt x="360" y="28"/>
                    <a:pt x="360" y="28"/>
                    <a:pt x="360" y="28"/>
                  </a:cubicBezTo>
                  <a:cubicBezTo>
                    <a:pt x="357" y="32"/>
                    <a:pt x="356" y="31"/>
                    <a:pt x="352" y="33"/>
                  </a:cubicBezTo>
                  <a:cubicBezTo>
                    <a:pt x="351" y="33"/>
                    <a:pt x="347" y="32"/>
                    <a:pt x="347" y="32"/>
                  </a:cubicBezTo>
                  <a:cubicBezTo>
                    <a:pt x="347" y="32"/>
                    <a:pt x="337" y="32"/>
                    <a:pt x="331" y="32"/>
                  </a:cubicBezTo>
                  <a:cubicBezTo>
                    <a:pt x="328" y="36"/>
                    <a:pt x="316" y="50"/>
                    <a:pt x="310" y="52"/>
                  </a:cubicBezTo>
                  <a:cubicBezTo>
                    <a:pt x="311" y="49"/>
                    <a:pt x="326" y="34"/>
                    <a:pt x="326" y="32"/>
                  </a:cubicBezTo>
                  <a:cubicBezTo>
                    <a:pt x="326" y="29"/>
                    <a:pt x="324" y="25"/>
                    <a:pt x="320" y="25"/>
                  </a:cubicBezTo>
                  <a:cubicBezTo>
                    <a:pt x="313" y="25"/>
                    <a:pt x="299" y="38"/>
                    <a:pt x="293" y="38"/>
                  </a:cubicBezTo>
                  <a:cubicBezTo>
                    <a:pt x="292" y="38"/>
                    <a:pt x="302" y="29"/>
                    <a:pt x="302" y="27"/>
                  </a:cubicBezTo>
                  <a:cubicBezTo>
                    <a:pt x="298" y="25"/>
                    <a:pt x="260" y="30"/>
                    <a:pt x="256" y="27"/>
                  </a:cubicBezTo>
                  <a:cubicBezTo>
                    <a:pt x="306" y="24"/>
                    <a:pt x="306" y="24"/>
                    <a:pt x="306" y="24"/>
                  </a:cubicBezTo>
                  <a:cubicBezTo>
                    <a:pt x="312" y="22"/>
                    <a:pt x="327" y="23"/>
                    <a:pt x="328" y="15"/>
                  </a:cubicBezTo>
                  <a:cubicBezTo>
                    <a:pt x="323" y="14"/>
                    <a:pt x="315" y="16"/>
                    <a:pt x="309" y="13"/>
                  </a:cubicBezTo>
                  <a:cubicBezTo>
                    <a:pt x="298" y="9"/>
                    <a:pt x="288" y="0"/>
                    <a:pt x="275" y="0"/>
                  </a:cubicBezTo>
                  <a:cubicBezTo>
                    <a:pt x="263" y="0"/>
                    <a:pt x="255" y="0"/>
                    <a:pt x="242" y="0"/>
                  </a:cubicBezTo>
                  <a:cubicBezTo>
                    <a:pt x="230" y="0"/>
                    <a:pt x="222" y="6"/>
                    <a:pt x="211" y="6"/>
                  </a:cubicBezTo>
                  <a:cubicBezTo>
                    <a:pt x="207" y="6"/>
                    <a:pt x="206" y="6"/>
                    <a:pt x="202" y="6"/>
                  </a:cubicBezTo>
                  <a:cubicBezTo>
                    <a:pt x="202" y="8"/>
                    <a:pt x="202" y="8"/>
                    <a:pt x="202" y="8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2" y="8"/>
                    <a:pt x="188" y="7"/>
                    <a:pt x="183" y="7"/>
                  </a:cubicBezTo>
                  <a:cubicBezTo>
                    <a:pt x="175" y="7"/>
                    <a:pt x="170" y="9"/>
                    <a:pt x="164" y="12"/>
                  </a:cubicBezTo>
                  <a:cubicBezTo>
                    <a:pt x="165" y="13"/>
                    <a:pt x="167" y="14"/>
                    <a:pt x="168" y="15"/>
                  </a:cubicBezTo>
                  <a:cubicBezTo>
                    <a:pt x="166" y="16"/>
                    <a:pt x="159" y="15"/>
                    <a:pt x="159" y="18"/>
                  </a:cubicBezTo>
                  <a:cubicBezTo>
                    <a:pt x="159" y="23"/>
                    <a:pt x="168" y="24"/>
                    <a:pt x="172" y="28"/>
                  </a:cubicBezTo>
                  <a:cubicBezTo>
                    <a:pt x="162" y="28"/>
                    <a:pt x="162" y="28"/>
                    <a:pt x="162" y="28"/>
                  </a:cubicBezTo>
                  <a:cubicBezTo>
                    <a:pt x="156" y="24"/>
                    <a:pt x="151" y="20"/>
                    <a:pt x="141" y="20"/>
                  </a:cubicBezTo>
                  <a:cubicBezTo>
                    <a:pt x="139" y="20"/>
                    <a:pt x="136" y="20"/>
                    <a:pt x="136" y="23"/>
                  </a:cubicBezTo>
                  <a:cubicBezTo>
                    <a:pt x="136" y="25"/>
                    <a:pt x="137" y="24"/>
                    <a:pt x="138" y="28"/>
                  </a:cubicBezTo>
                  <a:cubicBezTo>
                    <a:pt x="138" y="28"/>
                    <a:pt x="135" y="28"/>
                    <a:pt x="134" y="28"/>
                  </a:cubicBezTo>
                  <a:cubicBezTo>
                    <a:pt x="130" y="24"/>
                    <a:pt x="126" y="26"/>
                    <a:pt x="123" y="22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21" y="25"/>
                    <a:pt x="122" y="27"/>
                    <a:pt x="122" y="28"/>
                  </a:cubicBezTo>
                  <a:cubicBezTo>
                    <a:pt x="118" y="28"/>
                    <a:pt x="117" y="21"/>
                    <a:pt x="113" y="21"/>
                  </a:cubicBezTo>
                  <a:cubicBezTo>
                    <a:pt x="107" y="21"/>
                    <a:pt x="102" y="25"/>
                    <a:pt x="96" y="27"/>
                  </a:cubicBezTo>
                  <a:cubicBezTo>
                    <a:pt x="87" y="27"/>
                    <a:pt x="84" y="29"/>
                    <a:pt x="75" y="30"/>
                  </a:cubicBezTo>
                  <a:cubicBezTo>
                    <a:pt x="67" y="31"/>
                    <a:pt x="73" y="41"/>
                    <a:pt x="66" y="41"/>
                  </a:cubicBezTo>
                  <a:cubicBezTo>
                    <a:pt x="63" y="41"/>
                    <a:pt x="61" y="41"/>
                    <a:pt x="60" y="40"/>
                  </a:cubicBezTo>
                  <a:cubicBezTo>
                    <a:pt x="55" y="44"/>
                    <a:pt x="45" y="50"/>
                    <a:pt x="37" y="52"/>
                  </a:cubicBezTo>
                  <a:cubicBezTo>
                    <a:pt x="36" y="52"/>
                    <a:pt x="33" y="53"/>
                    <a:pt x="33" y="55"/>
                  </a:cubicBezTo>
                  <a:cubicBezTo>
                    <a:pt x="33" y="60"/>
                    <a:pt x="46" y="59"/>
                    <a:pt x="50" y="60"/>
                  </a:cubicBezTo>
                  <a:cubicBezTo>
                    <a:pt x="50" y="66"/>
                    <a:pt x="47" y="70"/>
                    <a:pt x="44" y="72"/>
                  </a:cubicBezTo>
                  <a:cubicBezTo>
                    <a:pt x="39" y="75"/>
                    <a:pt x="30" y="71"/>
                    <a:pt x="24" y="74"/>
                  </a:cubicBezTo>
                  <a:cubicBezTo>
                    <a:pt x="20" y="75"/>
                    <a:pt x="17" y="77"/>
                    <a:pt x="13" y="79"/>
                  </a:cubicBezTo>
                  <a:cubicBezTo>
                    <a:pt x="8" y="80"/>
                    <a:pt x="0" y="79"/>
                    <a:pt x="0" y="86"/>
                  </a:cubicBezTo>
                  <a:cubicBezTo>
                    <a:pt x="0" y="89"/>
                    <a:pt x="22" y="96"/>
                    <a:pt x="23" y="96"/>
                  </a:cubicBezTo>
                  <a:cubicBezTo>
                    <a:pt x="24" y="96"/>
                    <a:pt x="25" y="96"/>
                    <a:pt x="27" y="96"/>
                  </a:cubicBezTo>
                  <a:cubicBezTo>
                    <a:pt x="25" y="100"/>
                    <a:pt x="25" y="100"/>
                    <a:pt x="22" y="100"/>
                  </a:cubicBezTo>
                  <a:cubicBezTo>
                    <a:pt x="21" y="100"/>
                    <a:pt x="19" y="100"/>
                    <a:pt x="17" y="100"/>
                  </a:cubicBezTo>
                  <a:cubicBezTo>
                    <a:pt x="15" y="100"/>
                    <a:pt x="10" y="101"/>
                    <a:pt x="10" y="104"/>
                  </a:cubicBezTo>
                  <a:cubicBezTo>
                    <a:pt x="14" y="106"/>
                    <a:pt x="13" y="104"/>
                    <a:pt x="18" y="104"/>
                  </a:cubicBezTo>
                  <a:cubicBezTo>
                    <a:pt x="21" y="104"/>
                    <a:pt x="23" y="106"/>
                    <a:pt x="27" y="108"/>
                  </a:cubicBezTo>
                  <a:cubicBezTo>
                    <a:pt x="26" y="110"/>
                    <a:pt x="25" y="110"/>
                    <a:pt x="22" y="111"/>
                  </a:cubicBezTo>
                  <a:cubicBezTo>
                    <a:pt x="25" y="115"/>
                    <a:pt x="32" y="117"/>
                    <a:pt x="37" y="117"/>
                  </a:cubicBezTo>
                  <a:cubicBezTo>
                    <a:pt x="39" y="117"/>
                    <a:pt x="39" y="117"/>
                    <a:pt x="40" y="116"/>
                  </a:cubicBezTo>
                  <a:cubicBezTo>
                    <a:pt x="39" y="116"/>
                    <a:pt x="39" y="115"/>
                    <a:pt x="38" y="114"/>
                  </a:cubicBezTo>
                  <a:cubicBezTo>
                    <a:pt x="39" y="114"/>
                    <a:pt x="40" y="113"/>
                    <a:pt x="42" y="113"/>
                  </a:cubicBezTo>
                  <a:cubicBezTo>
                    <a:pt x="45" y="113"/>
                    <a:pt x="47" y="115"/>
                    <a:pt x="49" y="115"/>
                  </a:cubicBezTo>
                  <a:cubicBezTo>
                    <a:pt x="52" y="115"/>
                    <a:pt x="54" y="112"/>
                    <a:pt x="56" y="112"/>
                  </a:cubicBezTo>
                  <a:cubicBezTo>
                    <a:pt x="59" y="112"/>
                    <a:pt x="59" y="112"/>
                    <a:pt x="63" y="112"/>
                  </a:cubicBezTo>
                  <a:cubicBezTo>
                    <a:pt x="89" y="112"/>
                    <a:pt x="106" y="132"/>
                    <a:pt x="110" y="151"/>
                  </a:cubicBezTo>
                  <a:cubicBezTo>
                    <a:pt x="110" y="155"/>
                    <a:pt x="110" y="155"/>
                    <a:pt x="110" y="155"/>
                  </a:cubicBezTo>
                  <a:cubicBezTo>
                    <a:pt x="114" y="155"/>
                    <a:pt x="116" y="155"/>
                    <a:pt x="116" y="159"/>
                  </a:cubicBezTo>
                  <a:cubicBezTo>
                    <a:pt x="116" y="164"/>
                    <a:pt x="111" y="163"/>
                    <a:pt x="111" y="168"/>
                  </a:cubicBezTo>
                  <a:cubicBezTo>
                    <a:pt x="111" y="172"/>
                    <a:pt x="113" y="172"/>
                    <a:pt x="118" y="172"/>
                  </a:cubicBezTo>
                  <a:cubicBezTo>
                    <a:pt x="121" y="172"/>
                    <a:pt x="121" y="168"/>
                    <a:pt x="123" y="168"/>
                  </a:cubicBezTo>
                  <a:cubicBezTo>
                    <a:pt x="131" y="168"/>
                    <a:pt x="133" y="179"/>
                    <a:pt x="140" y="181"/>
                  </a:cubicBezTo>
                  <a:cubicBezTo>
                    <a:pt x="140" y="183"/>
                    <a:pt x="140" y="185"/>
                    <a:pt x="138" y="185"/>
                  </a:cubicBezTo>
                  <a:cubicBezTo>
                    <a:pt x="132" y="185"/>
                    <a:pt x="129" y="181"/>
                    <a:pt x="124" y="181"/>
                  </a:cubicBezTo>
                  <a:cubicBezTo>
                    <a:pt x="122" y="181"/>
                    <a:pt x="122" y="180"/>
                    <a:pt x="120" y="181"/>
                  </a:cubicBezTo>
                  <a:cubicBezTo>
                    <a:pt x="121" y="188"/>
                    <a:pt x="137" y="189"/>
                    <a:pt x="144" y="191"/>
                  </a:cubicBezTo>
                  <a:cubicBezTo>
                    <a:pt x="142" y="197"/>
                    <a:pt x="138" y="200"/>
                    <a:pt x="137" y="206"/>
                  </a:cubicBezTo>
                  <a:cubicBezTo>
                    <a:pt x="134" y="205"/>
                    <a:pt x="134" y="205"/>
                    <a:pt x="130" y="207"/>
                  </a:cubicBezTo>
                  <a:cubicBezTo>
                    <a:pt x="130" y="207"/>
                    <a:pt x="130" y="207"/>
                    <a:pt x="130" y="207"/>
                  </a:cubicBezTo>
                  <a:cubicBezTo>
                    <a:pt x="126" y="211"/>
                    <a:pt x="126" y="215"/>
                    <a:pt x="122" y="220"/>
                  </a:cubicBezTo>
                  <a:cubicBezTo>
                    <a:pt x="122" y="225"/>
                    <a:pt x="122" y="225"/>
                    <a:pt x="122" y="225"/>
                  </a:cubicBezTo>
                  <a:cubicBezTo>
                    <a:pt x="122" y="224"/>
                    <a:pt x="125" y="224"/>
                    <a:pt x="127" y="225"/>
                  </a:cubicBezTo>
                  <a:cubicBezTo>
                    <a:pt x="126" y="227"/>
                    <a:pt x="124" y="228"/>
                    <a:pt x="124" y="231"/>
                  </a:cubicBezTo>
                  <a:cubicBezTo>
                    <a:pt x="124" y="237"/>
                    <a:pt x="131" y="239"/>
                    <a:pt x="132" y="244"/>
                  </a:cubicBezTo>
                  <a:cubicBezTo>
                    <a:pt x="133" y="246"/>
                    <a:pt x="133" y="250"/>
                    <a:pt x="134" y="251"/>
                  </a:cubicBezTo>
                  <a:cubicBezTo>
                    <a:pt x="138" y="253"/>
                    <a:pt x="139" y="247"/>
                    <a:pt x="143" y="252"/>
                  </a:cubicBezTo>
                  <a:cubicBezTo>
                    <a:pt x="141" y="253"/>
                    <a:pt x="139" y="253"/>
                    <a:pt x="139" y="256"/>
                  </a:cubicBezTo>
                  <a:cubicBezTo>
                    <a:pt x="139" y="263"/>
                    <a:pt x="148" y="273"/>
                    <a:pt x="152" y="276"/>
                  </a:cubicBezTo>
                  <a:cubicBezTo>
                    <a:pt x="153" y="277"/>
                    <a:pt x="153" y="280"/>
                    <a:pt x="154" y="281"/>
                  </a:cubicBezTo>
                  <a:cubicBezTo>
                    <a:pt x="158" y="284"/>
                    <a:pt x="160" y="282"/>
                    <a:pt x="161" y="287"/>
                  </a:cubicBezTo>
                  <a:cubicBezTo>
                    <a:pt x="164" y="287"/>
                    <a:pt x="168" y="284"/>
                    <a:pt x="171" y="284"/>
                  </a:cubicBezTo>
                  <a:cubicBezTo>
                    <a:pt x="177" y="284"/>
                    <a:pt x="176" y="295"/>
                    <a:pt x="182" y="295"/>
                  </a:cubicBezTo>
                  <a:cubicBezTo>
                    <a:pt x="183" y="295"/>
                    <a:pt x="184" y="293"/>
                    <a:pt x="186" y="293"/>
                  </a:cubicBezTo>
                  <a:cubicBezTo>
                    <a:pt x="187" y="294"/>
                    <a:pt x="187" y="295"/>
                    <a:pt x="189" y="295"/>
                  </a:cubicBezTo>
                  <a:cubicBezTo>
                    <a:pt x="195" y="295"/>
                    <a:pt x="192" y="283"/>
                    <a:pt x="198" y="281"/>
                  </a:cubicBezTo>
                  <a:cubicBezTo>
                    <a:pt x="197" y="278"/>
                    <a:pt x="198" y="273"/>
                    <a:pt x="198" y="268"/>
                  </a:cubicBezTo>
                  <a:cubicBezTo>
                    <a:pt x="198" y="262"/>
                    <a:pt x="208" y="264"/>
                    <a:pt x="208" y="257"/>
                  </a:cubicBezTo>
                  <a:cubicBezTo>
                    <a:pt x="208" y="254"/>
                    <a:pt x="206" y="253"/>
                    <a:pt x="206" y="251"/>
                  </a:cubicBezTo>
                  <a:cubicBezTo>
                    <a:pt x="206" y="250"/>
                    <a:pt x="207" y="250"/>
                    <a:pt x="207" y="249"/>
                  </a:cubicBezTo>
                  <a:cubicBezTo>
                    <a:pt x="207" y="248"/>
                    <a:pt x="207" y="247"/>
                    <a:pt x="207" y="246"/>
                  </a:cubicBezTo>
                  <a:cubicBezTo>
                    <a:pt x="207" y="239"/>
                    <a:pt x="220" y="241"/>
                    <a:pt x="225" y="236"/>
                  </a:cubicBezTo>
                  <a:cubicBezTo>
                    <a:pt x="227" y="234"/>
                    <a:pt x="226" y="232"/>
                    <a:pt x="230" y="231"/>
                  </a:cubicBezTo>
                  <a:cubicBezTo>
                    <a:pt x="230" y="236"/>
                    <a:pt x="230" y="236"/>
                    <a:pt x="230" y="236"/>
                  </a:cubicBezTo>
                  <a:cubicBezTo>
                    <a:pt x="232" y="236"/>
                    <a:pt x="232" y="236"/>
                    <a:pt x="232" y="236"/>
                  </a:cubicBezTo>
                  <a:cubicBezTo>
                    <a:pt x="236" y="232"/>
                    <a:pt x="244" y="233"/>
                    <a:pt x="249" y="229"/>
                  </a:cubicBezTo>
                  <a:cubicBezTo>
                    <a:pt x="252" y="225"/>
                    <a:pt x="252" y="221"/>
                    <a:pt x="257" y="217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1"/>
                    <a:pt x="265" y="212"/>
                    <a:pt x="267" y="208"/>
                  </a:cubicBezTo>
                  <a:cubicBezTo>
                    <a:pt x="277" y="208"/>
                    <a:pt x="277" y="208"/>
                    <a:pt x="277" y="208"/>
                  </a:cubicBezTo>
                  <a:cubicBezTo>
                    <a:pt x="286" y="204"/>
                    <a:pt x="293" y="206"/>
                    <a:pt x="301" y="203"/>
                  </a:cubicBezTo>
                  <a:cubicBezTo>
                    <a:pt x="307" y="201"/>
                    <a:pt x="310" y="195"/>
                    <a:pt x="317" y="192"/>
                  </a:cubicBezTo>
                  <a:cubicBezTo>
                    <a:pt x="321" y="191"/>
                    <a:pt x="324" y="191"/>
                    <a:pt x="327" y="188"/>
                  </a:cubicBezTo>
                  <a:close/>
                  <a:moveTo>
                    <a:pt x="39" y="96"/>
                  </a:moveTo>
                  <a:cubicBezTo>
                    <a:pt x="31" y="96"/>
                    <a:pt x="31" y="96"/>
                    <a:pt x="31" y="96"/>
                  </a:cubicBezTo>
                  <a:cubicBezTo>
                    <a:pt x="32" y="96"/>
                    <a:pt x="33" y="92"/>
                    <a:pt x="33" y="92"/>
                  </a:cubicBezTo>
                  <a:cubicBezTo>
                    <a:pt x="42" y="92"/>
                    <a:pt x="42" y="92"/>
                    <a:pt x="42" y="92"/>
                  </a:cubicBezTo>
                  <a:cubicBezTo>
                    <a:pt x="42" y="96"/>
                    <a:pt x="42" y="96"/>
                    <a:pt x="39" y="96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4" name="Freeform 145"/>
            <p:cNvSpPr>
              <a:spLocks/>
            </p:cNvSpPr>
            <p:nvPr/>
          </p:nvSpPr>
          <p:spPr bwMode="auto">
            <a:xfrm>
              <a:off x="3200691" y="2427710"/>
              <a:ext cx="62605" cy="47302"/>
            </a:xfrm>
            <a:custGeom>
              <a:avLst/>
              <a:gdLst>
                <a:gd name="T0" fmla="*/ 5 w 19"/>
                <a:gd name="T1" fmla="*/ 14 h 14"/>
                <a:gd name="T2" fmla="*/ 10 w 19"/>
                <a:gd name="T3" fmla="*/ 14 h 14"/>
                <a:gd name="T4" fmla="*/ 19 w 19"/>
                <a:gd name="T5" fmla="*/ 9 h 14"/>
                <a:gd name="T6" fmla="*/ 5 w 19"/>
                <a:gd name="T7" fmla="*/ 0 h 14"/>
                <a:gd name="T8" fmla="*/ 0 w 19"/>
                <a:gd name="T9" fmla="*/ 5 h 14"/>
                <a:gd name="T10" fmla="*/ 5 w 19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14">
                  <a:moveTo>
                    <a:pt x="5" y="14"/>
                  </a:moveTo>
                  <a:cubicBezTo>
                    <a:pt x="10" y="14"/>
                    <a:pt x="10" y="14"/>
                    <a:pt x="10" y="14"/>
                  </a:cubicBezTo>
                  <a:cubicBezTo>
                    <a:pt x="13" y="14"/>
                    <a:pt x="18" y="12"/>
                    <a:pt x="19" y="9"/>
                  </a:cubicBezTo>
                  <a:cubicBezTo>
                    <a:pt x="13" y="7"/>
                    <a:pt x="11" y="0"/>
                    <a:pt x="5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4"/>
                    <a:pt x="5" y="1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5" name="Freeform 146"/>
            <p:cNvSpPr>
              <a:spLocks/>
            </p:cNvSpPr>
            <p:nvPr/>
          </p:nvSpPr>
          <p:spPr bwMode="auto">
            <a:xfrm>
              <a:off x="3963078" y="2224587"/>
              <a:ext cx="33389" cy="12521"/>
            </a:xfrm>
            <a:custGeom>
              <a:avLst/>
              <a:gdLst>
                <a:gd name="T0" fmla="*/ 2 w 10"/>
                <a:gd name="T1" fmla="*/ 0 h 4"/>
                <a:gd name="T2" fmla="*/ 0 w 10"/>
                <a:gd name="T3" fmla="*/ 2 h 4"/>
                <a:gd name="T4" fmla="*/ 3 w 10"/>
                <a:gd name="T5" fmla="*/ 4 h 4"/>
                <a:gd name="T6" fmla="*/ 10 w 10"/>
                <a:gd name="T7" fmla="*/ 0 h 4"/>
                <a:gd name="T8" fmla="*/ 6 w 10"/>
                <a:gd name="T9" fmla="*/ 0 h 4"/>
                <a:gd name="T10" fmla="*/ 2 w 10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3" y="4"/>
                  </a:cubicBezTo>
                  <a:cubicBezTo>
                    <a:pt x="5" y="4"/>
                    <a:pt x="9" y="0"/>
                    <a:pt x="10" y="0"/>
                  </a:cubicBezTo>
                  <a:cubicBezTo>
                    <a:pt x="6" y="0"/>
                    <a:pt x="6" y="0"/>
                    <a:pt x="6" y="0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6" name="Freeform 147"/>
            <p:cNvSpPr>
              <a:spLocks/>
            </p:cNvSpPr>
            <p:nvPr/>
          </p:nvSpPr>
          <p:spPr bwMode="auto">
            <a:xfrm>
              <a:off x="3111653" y="3044033"/>
              <a:ext cx="134948" cy="139125"/>
            </a:xfrm>
            <a:custGeom>
              <a:avLst/>
              <a:gdLst>
                <a:gd name="T0" fmla="*/ 23 w 41"/>
                <a:gd name="T1" fmla="*/ 2 h 42"/>
                <a:gd name="T2" fmla="*/ 21 w 41"/>
                <a:gd name="T3" fmla="*/ 0 h 42"/>
                <a:gd name="T4" fmla="*/ 14 w 41"/>
                <a:gd name="T5" fmla="*/ 7 h 42"/>
                <a:gd name="T6" fmla="*/ 2 w 41"/>
                <a:gd name="T7" fmla="*/ 26 h 42"/>
                <a:gd name="T8" fmla="*/ 5 w 41"/>
                <a:gd name="T9" fmla="*/ 27 h 42"/>
                <a:gd name="T10" fmla="*/ 5 w 41"/>
                <a:gd name="T11" fmla="*/ 28 h 42"/>
                <a:gd name="T12" fmla="*/ 0 w 41"/>
                <a:gd name="T13" fmla="*/ 32 h 42"/>
                <a:gd name="T14" fmla="*/ 2 w 41"/>
                <a:gd name="T15" fmla="*/ 35 h 42"/>
                <a:gd name="T16" fmla="*/ 9 w 41"/>
                <a:gd name="T17" fmla="*/ 33 h 42"/>
                <a:gd name="T18" fmla="*/ 15 w 41"/>
                <a:gd name="T19" fmla="*/ 35 h 42"/>
                <a:gd name="T20" fmla="*/ 20 w 41"/>
                <a:gd name="T21" fmla="*/ 34 h 42"/>
                <a:gd name="T22" fmla="*/ 26 w 41"/>
                <a:gd name="T23" fmla="*/ 35 h 42"/>
                <a:gd name="T24" fmla="*/ 24 w 41"/>
                <a:gd name="T25" fmla="*/ 39 h 42"/>
                <a:gd name="T26" fmla="*/ 25 w 41"/>
                <a:gd name="T27" fmla="*/ 39 h 42"/>
                <a:gd name="T28" fmla="*/ 32 w 41"/>
                <a:gd name="T29" fmla="*/ 33 h 42"/>
                <a:gd name="T30" fmla="*/ 34 w 41"/>
                <a:gd name="T31" fmla="*/ 38 h 42"/>
                <a:gd name="T32" fmla="*/ 36 w 41"/>
                <a:gd name="T33" fmla="*/ 39 h 42"/>
                <a:gd name="T34" fmla="*/ 38 w 41"/>
                <a:gd name="T35" fmla="*/ 42 h 42"/>
                <a:gd name="T36" fmla="*/ 41 w 41"/>
                <a:gd name="T37" fmla="*/ 36 h 42"/>
                <a:gd name="T38" fmla="*/ 40 w 41"/>
                <a:gd name="T39" fmla="*/ 31 h 42"/>
                <a:gd name="T40" fmla="*/ 37 w 41"/>
                <a:gd name="T41" fmla="*/ 33 h 42"/>
                <a:gd name="T42" fmla="*/ 35 w 41"/>
                <a:gd name="T43" fmla="*/ 29 h 42"/>
                <a:gd name="T44" fmla="*/ 38 w 41"/>
                <a:gd name="T45" fmla="*/ 26 h 42"/>
                <a:gd name="T46" fmla="*/ 35 w 41"/>
                <a:gd name="T47" fmla="*/ 26 h 42"/>
                <a:gd name="T48" fmla="*/ 35 w 41"/>
                <a:gd name="T49" fmla="*/ 19 h 42"/>
                <a:gd name="T50" fmla="*/ 28 w 41"/>
                <a:gd name="T51" fmla="*/ 19 h 42"/>
                <a:gd name="T52" fmla="*/ 25 w 41"/>
                <a:gd name="T53" fmla="*/ 20 h 42"/>
                <a:gd name="T54" fmla="*/ 25 w 41"/>
                <a:gd name="T55" fmla="*/ 19 h 42"/>
                <a:gd name="T56" fmla="*/ 21 w 41"/>
                <a:gd name="T57" fmla="*/ 19 h 42"/>
                <a:gd name="T58" fmla="*/ 21 w 41"/>
                <a:gd name="T59" fmla="*/ 17 h 42"/>
                <a:gd name="T60" fmla="*/ 23 w 41"/>
                <a:gd name="T61" fmla="*/ 15 h 42"/>
                <a:gd name="T62" fmla="*/ 20 w 41"/>
                <a:gd name="T63" fmla="*/ 14 h 42"/>
                <a:gd name="T64" fmla="*/ 17 w 41"/>
                <a:gd name="T65" fmla="*/ 16 h 42"/>
                <a:gd name="T66" fmla="*/ 17 w 41"/>
                <a:gd name="T67" fmla="*/ 14 h 42"/>
                <a:gd name="T68" fmla="*/ 23 w 41"/>
                <a:gd name="T69" fmla="*/ 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1" h="42">
                  <a:moveTo>
                    <a:pt x="23" y="2"/>
                  </a:moveTo>
                  <a:cubicBezTo>
                    <a:pt x="23" y="2"/>
                    <a:pt x="22" y="0"/>
                    <a:pt x="21" y="0"/>
                  </a:cubicBezTo>
                  <a:cubicBezTo>
                    <a:pt x="17" y="0"/>
                    <a:pt x="16" y="4"/>
                    <a:pt x="14" y="7"/>
                  </a:cubicBezTo>
                  <a:cubicBezTo>
                    <a:pt x="10" y="12"/>
                    <a:pt x="9" y="22"/>
                    <a:pt x="2" y="26"/>
                  </a:cubicBezTo>
                  <a:cubicBezTo>
                    <a:pt x="3" y="26"/>
                    <a:pt x="1" y="27"/>
                    <a:pt x="5" y="27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0" y="32"/>
                    <a:pt x="0" y="32"/>
                  </a:cubicBezTo>
                  <a:cubicBezTo>
                    <a:pt x="0" y="33"/>
                    <a:pt x="1" y="35"/>
                    <a:pt x="2" y="35"/>
                  </a:cubicBezTo>
                  <a:cubicBezTo>
                    <a:pt x="5" y="35"/>
                    <a:pt x="5" y="33"/>
                    <a:pt x="9" y="33"/>
                  </a:cubicBezTo>
                  <a:cubicBezTo>
                    <a:pt x="11" y="33"/>
                    <a:pt x="12" y="35"/>
                    <a:pt x="15" y="35"/>
                  </a:cubicBezTo>
                  <a:cubicBezTo>
                    <a:pt x="17" y="35"/>
                    <a:pt x="18" y="34"/>
                    <a:pt x="20" y="34"/>
                  </a:cubicBezTo>
                  <a:cubicBezTo>
                    <a:pt x="21" y="36"/>
                    <a:pt x="24" y="35"/>
                    <a:pt x="26" y="35"/>
                  </a:cubicBezTo>
                  <a:cubicBezTo>
                    <a:pt x="26" y="36"/>
                    <a:pt x="24" y="35"/>
                    <a:pt x="24" y="39"/>
                  </a:cubicBezTo>
                  <a:cubicBezTo>
                    <a:pt x="24" y="39"/>
                    <a:pt x="25" y="39"/>
                    <a:pt x="25" y="39"/>
                  </a:cubicBezTo>
                  <a:cubicBezTo>
                    <a:pt x="28" y="39"/>
                    <a:pt x="30" y="35"/>
                    <a:pt x="32" y="33"/>
                  </a:cubicBezTo>
                  <a:cubicBezTo>
                    <a:pt x="33" y="34"/>
                    <a:pt x="32" y="38"/>
                    <a:pt x="34" y="38"/>
                  </a:cubicBezTo>
                  <a:cubicBezTo>
                    <a:pt x="35" y="38"/>
                    <a:pt x="35" y="39"/>
                    <a:pt x="36" y="39"/>
                  </a:cubicBezTo>
                  <a:cubicBezTo>
                    <a:pt x="36" y="40"/>
                    <a:pt x="36" y="42"/>
                    <a:pt x="38" y="42"/>
                  </a:cubicBezTo>
                  <a:cubicBezTo>
                    <a:pt x="40" y="42"/>
                    <a:pt x="41" y="39"/>
                    <a:pt x="41" y="36"/>
                  </a:cubicBezTo>
                  <a:cubicBezTo>
                    <a:pt x="41" y="34"/>
                    <a:pt x="40" y="34"/>
                    <a:pt x="40" y="31"/>
                  </a:cubicBezTo>
                  <a:cubicBezTo>
                    <a:pt x="38" y="32"/>
                    <a:pt x="39" y="33"/>
                    <a:pt x="37" y="33"/>
                  </a:cubicBezTo>
                  <a:cubicBezTo>
                    <a:pt x="37" y="31"/>
                    <a:pt x="35" y="30"/>
                    <a:pt x="35" y="29"/>
                  </a:cubicBezTo>
                  <a:cubicBezTo>
                    <a:pt x="35" y="28"/>
                    <a:pt x="37" y="28"/>
                    <a:pt x="38" y="26"/>
                  </a:cubicBezTo>
                  <a:cubicBezTo>
                    <a:pt x="37" y="26"/>
                    <a:pt x="35" y="26"/>
                    <a:pt x="35" y="26"/>
                  </a:cubicBezTo>
                  <a:cubicBezTo>
                    <a:pt x="35" y="23"/>
                    <a:pt x="35" y="21"/>
                    <a:pt x="35" y="19"/>
                  </a:cubicBezTo>
                  <a:cubicBezTo>
                    <a:pt x="34" y="19"/>
                    <a:pt x="31" y="19"/>
                    <a:pt x="28" y="19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19"/>
                    <a:pt x="25" y="19"/>
                    <a:pt x="25" y="19"/>
                  </a:cubicBezTo>
                  <a:cubicBezTo>
                    <a:pt x="21" y="19"/>
                    <a:pt x="21" y="19"/>
                    <a:pt x="21" y="19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2" y="14"/>
                    <a:pt x="21" y="14"/>
                    <a:pt x="20" y="14"/>
                  </a:cubicBezTo>
                  <a:cubicBezTo>
                    <a:pt x="18" y="14"/>
                    <a:pt x="17" y="16"/>
                    <a:pt x="17" y="16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0"/>
                    <a:pt x="23" y="7"/>
                    <a:pt x="23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7" name="Freeform 148"/>
            <p:cNvSpPr>
              <a:spLocks/>
            </p:cNvSpPr>
            <p:nvPr/>
          </p:nvSpPr>
          <p:spPr bwMode="auto">
            <a:xfrm>
              <a:off x="7274175" y="2174502"/>
              <a:ext cx="164164" cy="66780"/>
            </a:xfrm>
            <a:custGeom>
              <a:avLst/>
              <a:gdLst>
                <a:gd name="T0" fmla="*/ 11 w 50"/>
                <a:gd name="T1" fmla="*/ 20 h 20"/>
                <a:gd name="T2" fmla="*/ 16 w 50"/>
                <a:gd name="T3" fmla="*/ 16 h 20"/>
                <a:gd name="T4" fmla="*/ 20 w 50"/>
                <a:gd name="T5" fmla="*/ 18 h 20"/>
                <a:gd name="T6" fmla="*/ 25 w 50"/>
                <a:gd name="T7" fmla="*/ 17 h 20"/>
                <a:gd name="T8" fmla="*/ 30 w 50"/>
                <a:gd name="T9" fmla="*/ 15 h 20"/>
                <a:gd name="T10" fmla="*/ 34 w 50"/>
                <a:gd name="T11" fmla="*/ 17 h 20"/>
                <a:gd name="T12" fmla="*/ 39 w 50"/>
                <a:gd name="T13" fmla="*/ 15 h 20"/>
                <a:gd name="T14" fmla="*/ 46 w 50"/>
                <a:gd name="T15" fmla="*/ 15 h 20"/>
                <a:gd name="T16" fmla="*/ 50 w 50"/>
                <a:gd name="T17" fmla="*/ 8 h 20"/>
                <a:gd name="T18" fmla="*/ 27 w 50"/>
                <a:gd name="T19" fmla="*/ 1 h 20"/>
                <a:gd name="T20" fmla="*/ 24 w 50"/>
                <a:gd name="T21" fmla="*/ 8 h 20"/>
                <a:gd name="T22" fmla="*/ 10 w 50"/>
                <a:gd name="T23" fmla="*/ 0 h 20"/>
                <a:gd name="T24" fmla="*/ 0 w 50"/>
                <a:gd name="T25" fmla="*/ 9 h 20"/>
                <a:gd name="T26" fmla="*/ 11 w 50"/>
                <a:gd name="T27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" h="20">
                  <a:moveTo>
                    <a:pt x="11" y="20"/>
                  </a:moveTo>
                  <a:cubicBezTo>
                    <a:pt x="13" y="20"/>
                    <a:pt x="15" y="18"/>
                    <a:pt x="16" y="16"/>
                  </a:cubicBezTo>
                  <a:cubicBezTo>
                    <a:pt x="17" y="18"/>
                    <a:pt x="18" y="18"/>
                    <a:pt x="20" y="18"/>
                  </a:cubicBezTo>
                  <a:cubicBezTo>
                    <a:pt x="22" y="18"/>
                    <a:pt x="24" y="17"/>
                    <a:pt x="25" y="17"/>
                  </a:cubicBezTo>
                  <a:cubicBezTo>
                    <a:pt x="27" y="17"/>
                    <a:pt x="28" y="15"/>
                    <a:pt x="30" y="15"/>
                  </a:cubicBezTo>
                  <a:cubicBezTo>
                    <a:pt x="31" y="15"/>
                    <a:pt x="32" y="17"/>
                    <a:pt x="34" y="17"/>
                  </a:cubicBezTo>
                  <a:cubicBezTo>
                    <a:pt x="37" y="17"/>
                    <a:pt x="38" y="15"/>
                    <a:pt x="39" y="15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6" y="15"/>
                    <a:pt x="49" y="11"/>
                    <a:pt x="50" y="8"/>
                  </a:cubicBezTo>
                  <a:cubicBezTo>
                    <a:pt x="45" y="6"/>
                    <a:pt x="32" y="1"/>
                    <a:pt x="27" y="1"/>
                  </a:cubicBezTo>
                  <a:cubicBezTo>
                    <a:pt x="25" y="1"/>
                    <a:pt x="24" y="4"/>
                    <a:pt x="24" y="8"/>
                  </a:cubicBezTo>
                  <a:cubicBezTo>
                    <a:pt x="17" y="8"/>
                    <a:pt x="17" y="0"/>
                    <a:pt x="10" y="0"/>
                  </a:cubicBezTo>
                  <a:cubicBezTo>
                    <a:pt x="5" y="0"/>
                    <a:pt x="0" y="4"/>
                    <a:pt x="0" y="9"/>
                  </a:cubicBezTo>
                  <a:cubicBezTo>
                    <a:pt x="0" y="15"/>
                    <a:pt x="5" y="20"/>
                    <a:pt x="11" y="2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8" name="Freeform 149"/>
            <p:cNvSpPr>
              <a:spLocks/>
            </p:cNvSpPr>
            <p:nvPr/>
          </p:nvSpPr>
          <p:spPr bwMode="auto">
            <a:xfrm>
              <a:off x="2624727" y="3002296"/>
              <a:ext cx="26433" cy="12521"/>
            </a:xfrm>
            <a:custGeom>
              <a:avLst/>
              <a:gdLst>
                <a:gd name="T0" fmla="*/ 7 w 8"/>
                <a:gd name="T1" fmla="*/ 4 h 4"/>
                <a:gd name="T2" fmla="*/ 8 w 8"/>
                <a:gd name="T3" fmla="*/ 4 h 4"/>
                <a:gd name="T4" fmla="*/ 0 w 8"/>
                <a:gd name="T5" fmla="*/ 0 h 4"/>
                <a:gd name="T6" fmla="*/ 0 w 8"/>
                <a:gd name="T7" fmla="*/ 2 h 4"/>
                <a:gd name="T8" fmla="*/ 7 w 8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4">
                  <a:moveTo>
                    <a:pt x="7" y="4"/>
                  </a:moveTo>
                  <a:cubicBezTo>
                    <a:pt x="7" y="4"/>
                    <a:pt x="8" y="4"/>
                    <a:pt x="8" y="4"/>
                  </a:cubicBezTo>
                  <a:cubicBezTo>
                    <a:pt x="8" y="1"/>
                    <a:pt x="4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3"/>
                    <a:pt x="5" y="4"/>
                    <a:pt x="7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79" name="Freeform 150"/>
            <p:cNvSpPr>
              <a:spLocks/>
            </p:cNvSpPr>
            <p:nvPr/>
          </p:nvSpPr>
          <p:spPr bwMode="auto">
            <a:xfrm>
              <a:off x="1641137" y="3074641"/>
              <a:ext cx="91820" cy="58432"/>
            </a:xfrm>
            <a:custGeom>
              <a:avLst/>
              <a:gdLst>
                <a:gd name="T0" fmla="*/ 11 w 28"/>
                <a:gd name="T1" fmla="*/ 10 h 18"/>
                <a:gd name="T2" fmla="*/ 28 w 28"/>
                <a:gd name="T3" fmla="*/ 18 h 18"/>
                <a:gd name="T4" fmla="*/ 28 w 28"/>
                <a:gd name="T5" fmla="*/ 18 h 18"/>
                <a:gd name="T6" fmla="*/ 28 w 28"/>
                <a:gd name="T7" fmla="*/ 18 h 18"/>
                <a:gd name="T8" fmla="*/ 8 w 28"/>
                <a:gd name="T9" fmla="*/ 3 h 18"/>
                <a:gd name="T10" fmla="*/ 2 w 28"/>
                <a:gd name="T11" fmla="*/ 0 h 18"/>
                <a:gd name="T12" fmla="*/ 0 w 28"/>
                <a:gd name="T13" fmla="*/ 2 h 18"/>
                <a:gd name="T14" fmla="*/ 1 w 28"/>
                <a:gd name="T15" fmla="*/ 2 h 18"/>
                <a:gd name="T16" fmla="*/ 4 w 28"/>
                <a:gd name="T17" fmla="*/ 2 h 18"/>
                <a:gd name="T18" fmla="*/ 2 w 28"/>
                <a:gd name="T19" fmla="*/ 4 h 18"/>
                <a:gd name="T20" fmla="*/ 13 w 28"/>
                <a:gd name="T21" fmla="*/ 9 h 18"/>
                <a:gd name="T22" fmla="*/ 11 w 28"/>
                <a:gd name="T23" fmla="*/ 1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18">
                  <a:moveTo>
                    <a:pt x="11" y="10"/>
                  </a:moveTo>
                  <a:cubicBezTo>
                    <a:pt x="15" y="13"/>
                    <a:pt x="23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4" y="12"/>
                    <a:pt x="18" y="6"/>
                    <a:pt x="8" y="3"/>
                  </a:cubicBezTo>
                  <a:cubicBezTo>
                    <a:pt x="6" y="3"/>
                    <a:pt x="5" y="0"/>
                    <a:pt x="2" y="0"/>
                  </a:cubicBezTo>
                  <a:cubicBezTo>
                    <a:pt x="1" y="0"/>
                    <a:pt x="1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3" y="7"/>
                    <a:pt x="9" y="9"/>
                    <a:pt x="13" y="9"/>
                  </a:cubicBezTo>
                  <a:cubicBezTo>
                    <a:pt x="13" y="9"/>
                    <a:pt x="12" y="9"/>
                    <a:pt x="11" y="1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0" name="Freeform 151"/>
            <p:cNvSpPr>
              <a:spLocks/>
            </p:cNvSpPr>
            <p:nvPr/>
          </p:nvSpPr>
          <p:spPr bwMode="auto">
            <a:xfrm>
              <a:off x="1535405" y="2978644"/>
              <a:ext cx="38954" cy="52867"/>
            </a:xfrm>
            <a:custGeom>
              <a:avLst/>
              <a:gdLst>
                <a:gd name="T0" fmla="*/ 9 w 12"/>
                <a:gd name="T1" fmla="*/ 9 h 16"/>
                <a:gd name="T2" fmla="*/ 8 w 12"/>
                <a:gd name="T3" fmla="*/ 7 h 16"/>
                <a:gd name="T4" fmla="*/ 8 w 12"/>
                <a:gd name="T5" fmla="*/ 2 h 16"/>
                <a:gd name="T6" fmla="*/ 5 w 12"/>
                <a:gd name="T7" fmla="*/ 5 h 16"/>
                <a:gd name="T8" fmla="*/ 6 w 12"/>
                <a:gd name="T9" fmla="*/ 2 h 16"/>
                <a:gd name="T10" fmla="*/ 0 w 12"/>
                <a:gd name="T11" fmla="*/ 0 h 16"/>
                <a:gd name="T12" fmla="*/ 0 w 12"/>
                <a:gd name="T13" fmla="*/ 2 h 16"/>
                <a:gd name="T14" fmla="*/ 3 w 12"/>
                <a:gd name="T15" fmla="*/ 6 h 16"/>
                <a:gd name="T16" fmla="*/ 7 w 12"/>
                <a:gd name="T17" fmla="*/ 9 h 16"/>
                <a:gd name="T18" fmla="*/ 7 w 12"/>
                <a:gd name="T19" fmla="*/ 12 h 16"/>
                <a:gd name="T20" fmla="*/ 10 w 12"/>
                <a:gd name="T21" fmla="*/ 16 h 16"/>
                <a:gd name="T22" fmla="*/ 8 w 12"/>
                <a:gd name="T23" fmla="*/ 12 h 16"/>
                <a:gd name="T24" fmla="*/ 9 w 12"/>
                <a:gd name="T25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6">
                  <a:moveTo>
                    <a:pt x="9" y="9"/>
                  </a:moveTo>
                  <a:cubicBezTo>
                    <a:pt x="9" y="8"/>
                    <a:pt x="8" y="8"/>
                    <a:pt x="8" y="7"/>
                  </a:cubicBezTo>
                  <a:cubicBezTo>
                    <a:pt x="8" y="4"/>
                    <a:pt x="8" y="3"/>
                    <a:pt x="8" y="2"/>
                  </a:cubicBezTo>
                  <a:cubicBezTo>
                    <a:pt x="8" y="3"/>
                    <a:pt x="7" y="5"/>
                    <a:pt x="5" y="5"/>
                  </a:cubicBezTo>
                  <a:cubicBezTo>
                    <a:pt x="4" y="5"/>
                    <a:pt x="6" y="2"/>
                    <a:pt x="6" y="2"/>
                  </a:cubicBezTo>
                  <a:cubicBezTo>
                    <a:pt x="4" y="2"/>
                    <a:pt x="4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3"/>
                    <a:pt x="2" y="6"/>
                    <a:pt x="3" y="6"/>
                  </a:cubicBezTo>
                  <a:cubicBezTo>
                    <a:pt x="5" y="6"/>
                    <a:pt x="5" y="9"/>
                    <a:pt x="7" y="9"/>
                  </a:cubicBezTo>
                  <a:cubicBezTo>
                    <a:pt x="7" y="10"/>
                    <a:pt x="7" y="10"/>
                    <a:pt x="7" y="12"/>
                  </a:cubicBezTo>
                  <a:cubicBezTo>
                    <a:pt x="7" y="13"/>
                    <a:pt x="8" y="16"/>
                    <a:pt x="10" y="16"/>
                  </a:cubicBezTo>
                  <a:cubicBezTo>
                    <a:pt x="12" y="16"/>
                    <a:pt x="8" y="13"/>
                    <a:pt x="8" y="12"/>
                  </a:cubicBezTo>
                  <a:cubicBezTo>
                    <a:pt x="8" y="11"/>
                    <a:pt x="9" y="10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1" name="Freeform 152"/>
            <p:cNvSpPr>
              <a:spLocks/>
            </p:cNvSpPr>
            <p:nvPr/>
          </p:nvSpPr>
          <p:spPr bwMode="auto">
            <a:xfrm>
              <a:off x="1087433" y="2870127"/>
              <a:ext cx="40345" cy="26434"/>
            </a:xfrm>
            <a:custGeom>
              <a:avLst/>
              <a:gdLst>
                <a:gd name="T0" fmla="*/ 0 w 12"/>
                <a:gd name="T1" fmla="*/ 2 h 8"/>
                <a:gd name="T2" fmla="*/ 0 w 12"/>
                <a:gd name="T3" fmla="*/ 5 h 8"/>
                <a:gd name="T4" fmla="*/ 4 w 12"/>
                <a:gd name="T5" fmla="*/ 8 h 8"/>
                <a:gd name="T6" fmla="*/ 12 w 12"/>
                <a:gd name="T7" fmla="*/ 2 h 8"/>
                <a:gd name="T8" fmla="*/ 12 w 12"/>
                <a:gd name="T9" fmla="*/ 0 h 8"/>
                <a:gd name="T10" fmla="*/ 10 w 12"/>
                <a:gd name="T11" fmla="*/ 0 h 8"/>
                <a:gd name="T12" fmla="*/ 0 w 12"/>
                <a:gd name="T13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8">
                  <a:moveTo>
                    <a:pt x="0" y="2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2" y="7"/>
                    <a:pt x="4" y="8"/>
                  </a:cubicBezTo>
                  <a:cubicBezTo>
                    <a:pt x="7" y="5"/>
                    <a:pt x="8" y="4"/>
                    <a:pt x="12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6" y="0"/>
                    <a:pt x="4" y="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2" name="Freeform 153"/>
            <p:cNvSpPr>
              <a:spLocks/>
            </p:cNvSpPr>
            <p:nvPr/>
          </p:nvSpPr>
          <p:spPr bwMode="auto">
            <a:xfrm>
              <a:off x="4628080" y="3393237"/>
              <a:ext cx="55649" cy="40346"/>
            </a:xfrm>
            <a:custGeom>
              <a:avLst/>
              <a:gdLst>
                <a:gd name="T0" fmla="*/ 17 w 17"/>
                <a:gd name="T1" fmla="*/ 2 h 12"/>
                <a:gd name="T2" fmla="*/ 10 w 17"/>
                <a:gd name="T3" fmla="*/ 3 h 12"/>
                <a:gd name="T4" fmla="*/ 0 w 17"/>
                <a:gd name="T5" fmla="*/ 3 h 12"/>
                <a:gd name="T6" fmla="*/ 0 w 17"/>
                <a:gd name="T7" fmla="*/ 4 h 12"/>
                <a:gd name="T8" fmla="*/ 3 w 17"/>
                <a:gd name="T9" fmla="*/ 5 h 12"/>
                <a:gd name="T10" fmla="*/ 13 w 17"/>
                <a:gd name="T11" fmla="*/ 11 h 12"/>
                <a:gd name="T12" fmla="*/ 15 w 17"/>
                <a:gd name="T13" fmla="*/ 12 h 12"/>
                <a:gd name="T14" fmla="*/ 16 w 17"/>
                <a:gd name="T15" fmla="*/ 11 h 12"/>
                <a:gd name="T16" fmla="*/ 15 w 17"/>
                <a:gd name="T17" fmla="*/ 7 h 12"/>
                <a:gd name="T18" fmla="*/ 16 w 17"/>
                <a:gd name="T19" fmla="*/ 4 h 12"/>
                <a:gd name="T20" fmla="*/ 17 w 17"/>
                <a:gd name="T21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2">
                  <a:moveTo>
                    <a:pt x="17" y="2"/>
                  </a:moveTo>
                  <a:cubicBezTo>
                    <a:pt x="14" y="1"/>
                    <a:pt x="13" y="3"/>
                    <a:pt x="10" y="3"/>
                  </a:cubicBezTo>
                  <a:cubicBezTo>
                    <a:pt x="7" y="3"/>
                    <a:pt x="4" y="0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2" y="5"/>
                    <a:pt x="3" y="5"/>
                  </a:cubicBezTo>
                  <a:cubicBezTo>
                    <a:pt x="7" y="6"/>
                    <a:pt x="9" y="10"/>
                    <a:pt x="13" y="11"/>
                  </a:cubicBezTo>
                  <a:cubicBezTo>
                    <a:pt x="13" y="12"/>
                    <a:pt x="14" y="12"/>
                    <a:pt x="15" y="12"/>
                  </a:cubicBezTo>
                  <a:cubicBezTo>
                    <a:pt x="16" y="12"/>
                    <a:pt x="16" y="11"/>
                    <a:pt x="16" y="11"/>
                  </a:cubicBezTo>
                  <a:cubicBezTo>
                    <a:pt x="16" y="9"/>
                    <a:pt x="15" y="8"/>
                    <a:pt x="15" y="7"/>
                  </a:cubicBezTo>
                  <a:cubicBezTo>
                    <a:pt x="15" y="6"/>
                    <a:pt x="16" y="4"/>
                    <a:pt x="16" y="4"/>
                  </a:cubicBezTo>
                  <a:lnTo>
                    <a:pt x="17" y="2"/>
                  </a:ln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3" name="Freeform 154"/>
            <p:cNvSpPr>
              <a:spLocks/>
            </p:cNvSpPr>
            <p:nvPr/>
          </p:nvSpPr>
          <p:spPr bwMode="auto">
            <a:xfrm>
              <a:off x="4545998" y="3277763"/>
              <a:ext cx="19477" cy="40346"/>
            </a:xfrm>
            <a:custGeom>
              <a:avLst/>
              <a:gdLst>
                <a:gd name="T0" fmla="*/ 4 w 6"/>
                <a:gd name="T1" fmla="*/ 12 h 12"/>
                <a:gd name="T2" fmla="*/ 6 w 6"/>
                <a:gd name="T3" fmla="*/ 2 h 12"/>
                <a:gd name="T4" fmla="*/ 5 w 6"/>
                <a:gd name="T5" fmla="*/ 0 h 12"/>
                <a:gd name="T6" fmla="*/ 1 w 6"/>
                <a:gd name="T7" fmla="*/ 2 h 12"/>
                <a:gd name="T8" fmla="*/ 0 w 6"/>
                <a:gd name="T9" fmla="*/ 3 h 12"/>
                <a:gd name="T10" fmla="*/ 4 w 6"/>
                <a:gd name="T11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2">
                  <a:moveTo>
                    <a:pt x="4" y="12"/>
                  </a:moveTo>
                  <a:cubicBezTo>
                    <a:pt x="5" y="10"/>
                    <a:pt x="5" y="5"/>
                    <a:pt x="6" y="2"/>
                  </a:cubicBezTo>
                  <a:cubicBezTo>
                    <a:pt x="5" y="2"/>
                    <a:pt x="5" y="1"/>
                    <a:pt x="5" y="0"/>
                  </a:cubicBezTo>
                  <a:cubicBezTo>
                    <a:pt x="4" y="0"/>
                    <a:pt x="3" y="2"/>
                    <a:pt x="1" y="2"/>
                  </a:cubicBezTo>
                  <a:cubicBezTo>
                    <a:pt x="1" y="2"/>
                    <a:pt x="0" y="3"/>
                    <a:pt x="0" y="3"/>
                  </a:cubicBezTo>
                  <a:cubicBezTo>
                    <a:pt x="1" y="4"/>
                    <a:pt x="2" y="11"/>
                    <a:pt x="4" y="1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4" name="Freeform 155"/>
            <p:cNvSpPr>
              <a:spLocks/>
            </p:cNvSpPr>
            <p:nvPr/>
          </p:nvSpPr>
          <p:spPr bwMode="auto">
            <a:xfrm>
              <a:off x="4539042" y="3320892"/>
              <a:ext cx="33389" cy="57041"/>
            </a:xfrm>
            <a:custGeom>
              <a:avLst/>
              <a:gdLst>
                <a:gd name="T0" fmla="*/ 2 w 10"/>
                <a:gd name="T1" fmla="*/ 8 h 17"/>
                <a:gd name="T2" fmla="*/ 1 w 10"/>
                <a:gd name="T3" fmla="*/ 12 h 17"/>
                <a:gd name="T4" fmla="*/ 3 w 10"/>
                <a:gd name="T5" fmla="*/ 17 h 17"/>
                <a:gd name="T6" fmla="*/ 9 w 10"/>
                <a:gd name="T7" fmla="*/ 11 h 17"/>
                <a:gd name="T8" fmla="*/ 8 w 10"/>
                <a:gd name="T9" fmla="*/ 1 h 17"/>
                <a:gd name="T10" fmla="*/ 5 w 10"/>
                <a:gd name="T11" fmla="*/ 0 h 17"/>
                <a:gd name="T12" fmla="*/ 0 w 10"/>
                <a:gd name="T13" fmla="*/ 3 h 17"/>
                <a:gd name="T14" fmla="*/ 2 w 10"/>
                <a:gd name="T15" fmla="*/ 8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7">
                  <a:moveTo>
                    <a:pt x="2" y="8"/>
                  </a:moveTo>
                  <a:cubicBezTo>
                    <a:pt x="2" y="9"/>
                    <a:pt x="1" y="11"/>
                    <a:pt x="1" y="12"/>
                  </a:cubicBezTo>
                  <a:cubicBezTo>
                    <a:pt x="1" y="14"/>
                    <a:pt x="1" y="17"/>
                    <a:pt x="3" y="17"/>
                  </a:cubicBezTo>
                  <a:cubicBezTo>
                    <a:pt x="5" y="17"/>
                    <a:pt x="9" y="14"/>
                    <a:pt x="9" y="11"/>
                  </a:cubicBezTo>
                  <a:cubicBezTo>
                    <a:pt x="9" y="7"/>
                    <a:pt x="10" y="5"/>
                    <a:pt x="8" y="1"/>
                  </a:cubicBezTo>
                  <a:cubicBezTo>
                    <a:pt x="7" y="1"/>
                    <a:pt x="7" y="0"/>
                    <a:pt x="5" y="0"/>
                  </a:cubicBezTo>
                  <a:cubicBezTo>
                    <a:pt x="3" y="0"/>
                    <a:pt x="3" y="2"/>
                    <a:pt x="0" y="3"/>
                  </a:cubicBezTo>
                  <a:cubicBezTo>
                    <a:pt x="0" y="5"/>
                    <a:pt x="2" y="6"/>
                    <a:pt x="2" y="8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5" name="Freeform 156"/>
            <p:cNvSpPr>
              <a:spLocks/>
            </p:cNvSpPr>
            <p:nvPr/>
          </p:nvSpPr>
          <p:spPr bwMode="auto">
            <a:xfrm>
              <a:off x="4420789" y="3354282"/>
              <a:ext cx="13912" cy="12521"/>
            </a:xfrm>
            <a:custGeom>
              <a:avLst/>
              <a:gdLst>
                <a:gd name="T0" fmla="*/ 4 w 4"/>
                <a:gd name="T1" fmla="*/ 3 h 4"/>
                <a:gd name="T2" fmla="*/ 3 w 4"/>
                <a:gd name="T3" fmla="*/ 0 h 4"/>
                <a:gd name="T4" fmla="*/ 0 w 4"/>
                <a:gd name="T5" fmla="*/ 2 h 4"/>
                <a:gd name="T6" fmla="*/ 3 w 4"/>
                <a:gd name="T7" fmla="*/ 4 h 4"/>
                <a:gd name="T8" fmla="*/ 4 w 4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4" y="2"/>
                    <a:pt x="3" y="1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0" y="2"/>
                    <a:pt x="2" y="4"/>
                    <a:pt x="3" y="4"/>
                  </a:cubicBezTo>
                  <a:cubicBezTo>
                    <a:pt x="3" y="4"/>
                    <a:pt x="4" y="3"/>
                    <a:pt x="4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6" name="Freeform 157"/>
            <p:cNvSpPr>
              <a:spLocks/>
            </p:cNvSpPr>
            <p:nvPr/>
          </p:nvSpPr>
          <p:spPr bwMode="auto">
            <a:xfrm>
              <a:off x="4575214" y="2925777"/>
              <a:ext cx="20868" cy="23651"/>
            </a:xfrm>
            <a:custGeom>
              <a:avLst/>
              <a:gdLst>
                <a:gd name="T0" fmla="*/ 6 w 6"/>
                <a:gd name="T1" fmla="*/ 4 h 7"/>
                <a:gd name="T2" fmla="*/ 4 w 6"/>
                <a:gd name="T3" fmla="*/ 0 h 7"/>
                <a:gd name="T4" fmla="*/ 0 w 6"/>
                <a:gd name="T5" fmla="*/ 0 h 7"/>
                <a:gd name="T6" fmla="*/ 0 w 6"/>
                <a:gd name="T7" fmla="*/ 2 h 7"/>
                <a:gd name="T8" fmla="*/ 5 w 6"/>
                <a:gd name="T9" fmla="*/ 5 h 7"/>
                <a:gd name="T10" fmla="*/ 5 w 6"/>
                <a:gd name="T11" fmla="*/ 7 h 7"/>
                <a:gd name="T12" fmla="*/ 6 w 6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6" y="4"/>
                  </a:moveTo>
                  <a:cubicBezTo>
                    <a:pt x="6" y="2"/>
                    <a:pt x="4" y="3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4"/>
                    <a:pt x="2" y="5"/>
                    <a:pt x="5" y="5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6"/>
                    <a:pt x="6" y="6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7" name="Freeform 158"/>
            <p:cNvSpPr>
              <a:spLocks/>
            </p:cNvSpPr>
            <p:nvPr/>
          </p:nvSpPr>
          <p:spPr bwMode="auto">
            <a:xfrm>
              <a:off x="4598864" y="2902126"/>
              <a:ext cx="33389" cy="50085"/>
            </a:xfrm>
            <a:custGeom>
              <a:avLst/>
              <a:gdLst>
                <a:gd name="T0" fmla="*/ 1 w 10"/>
                <a:gd name="T1" fmla="*/ 14 h 15"/>
                <a:gd name="T2" fmla="*/ 1 w 10"/>
                <a:gd name="T3" fmla="*/ 13 h 15"/>
                <a:gd name="T4" fmla="*/ 0 w 10"/>
                <a:gd name="T5" fmla="*/ 14 h 15"/>
                <a:gd name="T6" fmla="*/ 3 w 10"/>
                <a:gd name="T7" fmla="*/ 15 h 15"/>
                <a:gd name="T8" fmla="*/ 10 w 10"/>
                <a:gd name="T9" fmla="*/ 6 h 15"/>
                <a:gd name="T10" fmla="*/ 4 w 10"/>
                <a:gd name="T11" fmla="*/ 0 h 15"/>
                <a:gd name="T12" fmla="*/ 0 w 10"/>
                <a:gd name="T13" fmla="*/ 7 h 15"/>
                <a:gd name="T14" fmla="*/ 4 w 10"/>
                <a:gd name="T15" fmla="*/ 11 h 15"/>
                <a:gd name="T16" fmla="*/ 1 w 10"/>
                <a:gd name="T17" fmla="*/ 14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15">
                  <a:moveTo>
                    <a:pt x="1" y="14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0" y="14"/>
                    <a:pt x="0" y="14"/>
                  </a:cubicBezTo>
                  <a:cubicBezTo>
                    <a:pt x="0" y="14"/>
                    <a:pt x="1" y="15"/>
                    <a:pt x="3" y="15"/>
                  </a:cubicBezTo>
                  <a:cubicBezTo>
                    <a:pt x="8" y="15"/>
                    <a:pt x="6" y="7"/>
                    <a:pt x="10" y="6"/>
                  </a:cubicBezTo>
                  <a:cubicBezTo>
                    <a:pt x="9" y="2"/>
                    <a:pt x="9" y="0"/>
                    <a:pt x="4" y="0"/>
                  </a:cubicBezTo>
                  <a:cubicBezTo>
                    <a:pt x="2" y="0"/>
                    <a:pt x="0" y="6"/>
                    <a:pt x="0" y="7"/>
                  </a:cubicBezTo>
                  <a:cubicBezTo>
                    <a:pt x="0" y="9"/>
                    <a:pt x="2" y="10"/>
                    <a:pt x="4" y="11"/>
                  </a:cubicBezTo>
                  <a:cubicBezTo>
                    <a:pt x="4" y="12"/>
                    <a:pt x="3" y="14"/>
                    <a:pt x="1" y="1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8" name="Freeform 159"/>
            <p:cNvSpPr>
              <a:spLocks/>
            </p:cNvSpPr>
            <p:nvPr/>
          </p:nvSpPr>
          <p:spPr bwMode="auto">
            <a:xfrm>
              <a:off x="4743551" y="2850650"/>
              <a:ext cx="19477" cy="26434"/>
            </a:xfrm>
            <a:custGeom>
              <a:avLst/>
              <a:gdLst>
                <a:gd name="T0" fmla="*/ 6 w 6"/>
                <a:gd name="T1" fmla="*/ 0 h 8"/>
                <a:gd name="T2" fmla="*/ 1 w 6"/>
                <a:gd name="T3" fmla="*/ 5 h 8"/>
                <a:gd name="T4" fmla="*/ 1 w 6"/>
                <a:gd name="T5" fmla="*/ 8 h 8"/>
                <a:gd name="T6" fmla="*/ 4 w 6"/>
                <a:gd name="T7" fmla="*/ 3 h 8"/>
                <a:gd name="T8" fmla="*/ 6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cubicBezTo>
                    <a:pt x="2" y="0"/>
                    <a:pt x="1" y="4"/>
                    <a:pt x="1" y="5"/>
                  </a:cubicBezTo>
                  <a:cubicBezTo>
                    <a:pt x="1" y="7"/>
                    <a:pt x="0" y="8"/>
                    <a:pt x="1" y="8"/>
                  </a:cubicBezTo>
                  <a:cubicBezTo>
                    <a:pt x="2" y="6"/>
                    <a:pt x="4" y="5"/>
                    <a:pt x="4" y="3"/>
                  </a:cubicBezTo>
                  <a:cubicBezTo>
                    <a:pt x="4" y="2"/>
                    <a:pt x="6" y="1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89" name="Freeform 160"/>
            <p:cNvSpPr>
              <a:spLocks/>
            </p:cNvSpPr>
            <p:nvPr/>
          </p:nvSpPr>
          <p:spPr bwMode="auto">
            <a:xfrm>
              <a:off x="4822850" y="2810303"/>
              <a:ext cx="22259" cy="36172"/>
            </a:xfrm>
            <a:custGeom>
              <a:avLst/>
              <a:gdLst>
                <a:gd name="T0" fmla="*/ 2 w 7"/>
                <a:gd name="T1" fmla="*/ 11 h 11"/>
                <a:gd name="T2" fmla="*/ 5 w 7"/>
                <a:gd name="T3" fmla="*/ 8 h 11"/>
                <a:gd name="T4" fmla="*/ 5 w 7"/>
                <a:gd name="T5" fmla="*/ 6 h 11"/>
                <a:gd name="T6" fmla="*/ 7 w 7"/>
                <a:gd name="T7" fmla="*/ 3 h 11"/>
                <a:gd name="T8" fmla="*/ 5 w 7"/>
                <a:gd name="T9" fmla="*/ 0 h 11"/>
                <a:gd name="T10" fmla="*/ 3 w 7"/>
                <a:gd name="T11" fmla="*/ 3 h 11"/>
                <a:gd name="T12" fmla="*/ 5 w 7"/>
                <a:gd name="T13" fmla="*/ 5 h 11"/>
                <a:gd name="T14" fmla="*/ 0 w 7"/>
                <a:gd name="T15" fmla="*/ 7 h 11"/>
                <a:gd name="T16" fmla="*/ 2 w 7"/>
                <a:gd name="T17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cubicBezTo>
                    <a:pt x="3" y="11"/>
                    <a:pt x="5" y="9"/>
                    <a:pt x="5" y="8"/>
                  </a:cubicBezTo>
                  <a:cubicBezTo>
                    <a:pt x="5" y="8"/>
                    <a:pt x="5" y="7"/>
                    <a:pt x="5" y="6"/>
                  </a:cubicBezTo>
                  <a:cubicBezTo>
                    <a:pt x="5" y="5"/>
                    <a:pt x="7" y="4"/>
                    <a:pt x="7" y="3"/>
                  </a:cubicBezTo>
                  <a:cubicBezTo>
                    <a:pt x="7" y="2"/>
                    <a:pt x="6" y="2"/>
                    <a:pt x="5" y="0"/>
                  </a:cubicBezTo>
                  <a:cubicBezTo>
                    <a:pt x="5" y="0"/>
                    <a:pt x="3" y="2"/>
                    <a:pt x="3" y="3"/>
                  </a:cubicBezTo>
                  <a:cubicBezTo>
                    <a:pt x="3" y="4"/>
                    <a:pt x="4" y="5"/>
                    <a:pt x="5" y="5"/>
                  </a:cubicBezTo>
                  <a:cubicBezTo>
                    <a:pt x="3" y="6"/>
                    <a:pt x="2" y="7"/>
                    <a:pt x="0" y="7"/>
                  </a:cubicBezTo>
                  <a:cubicBezTo>
                    <a:pt x="0" y="9"/>
                    <a:pt x="0" y="11"/>
                    <a:pt x="2" y="11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0" name="Freeform 161"/>
            <p:cNvSpPr>
              <a:spLocks/>
            </p:cNvSpPr>
            <p:nvPr/>
          </p:nvSpPr>
          <p:spPr bwMode="auto">
            <a:xfrm>
              <a:off x="4868761" y="3462799"/>
              <a:ext cx="45910" cy="13912"/>
            </a:xfrm>
            <a:custGeom>
              <a:avLst/>
              <a:gdLst>
                <a:gd name="T0" fmla="*/ 14 w 14"/>
                <a:gd name="T1" fmla="*/ 3 h 4"/>
                <a:gd name="T2" fmla="*/ 0 w 14"/>
                <a:gd name="T3" fmla="*/ 1 h 4"/>
                <a:gd name="T4" fmla="*/ 9 w 14"/>
                <a:gd name="T5" fmla="*/ 3 h 4"/>
                <a:gd name="T6" fmla="*/ 14 w 14"/>
                <a:gd name="T7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4">
                  <a:moveTo>
                    <a:pt x="14" y="3"/>
                  </a:moveTo>
                  <a:cubicBezTo>
                    <a:pt x="11" y="2"/>
                    <a:pt x="5" y="0"/>
                    <a:pt x="0" y="1"/>
                  </a:cubicBezTo>
                  <a:cubicBezTo>
                    <a:pt x="3" y="3"/>
                    <a:pt x="7" y="3"/>
                    <a:pt x="9" y="3"/>
                  </a:cubicBezTo>
                  <a:cubicBezTo>
                    <a:pt x="10" y="3"/>
                    <a:pt x="12" y="4"/>
                    <a:pt x="14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1" name="Freeform 162"/>
            <p:cNvSpPr>
              <a:spLocks/>
            </p:cNvSpPr>
            <p:nvPr/>
          </p:nvSpPr>
          <p:spPr bwMode="auto">
            <a:xfrm>
              <a:off x="5049619" y="3460017"/>
              <a:ext cx="43128" cy="19477"/>
            </a:xfrm>
            <a:custGeom>
              <a:avLst/>
              <a:gdLst>
                <a:gd name="T0" fmla="*/ 13 w 13"/>
                <a:gd name="T1" fmla="*/ 0 h 6"/>
                <a:gd name="T2" fmla="*/ 0 w 13"/>
                <a:gd name="T3" fmla="*/ 4 h 6"/>
                <a:gd name="T4" fmla="*/ 1 w 13"/>
                <a:gd name="T5" fmla="*/ 5 h 6"/>
                <a:gd name="T6" fmla="*/ 3 w 13"/>
                <a:gd name="T7" fmla="*/ 6 h 6"/>
                <a:gd name="T8" fmla="*/ 10 w 13"/>
                <a:gd name="T9" fmla="*/ 4 h 6"/>
                <a:gd name="T10" fmla="*/ 10 w 13"/>
                <a:gd name="T11" fmla="*/ 2 h 6"/>
                <a:gd name="T12" fmla="*/ 13 w 13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6">
                  <a:moveTo>
                    <a:pt x="13" y="0"/>
                  </a:moveTo>
                  <a:cubicBezTo>
                    <a:pt x="9" y="0"/>
                    <a:pt x="3" y="3"/>
                    <a:pt x="0" y="4"/>
                  </a:cubicBezTo>
                  <a:cubicBezTo>
                    <a:pt x="0" y="5"/>
                    <a:pt x="0" y="5"/>
                    <a:pt x="1" y="5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5" y="6"/>
                    <a:pt x="9" y="5"/>
                    <a:pt x="10" y="4"/>
                  </a:cubicBezTo>
                  <a:cubicBezTo>
                    <a:pt x="10" y="3"/>
                    <a:pt x="9" y="2"/>
                    <a:pt x="10" y="2"/>
                  </a:cubicBezTo>
                  <a:cubicBezTo>
                    <a:pt x="11" y="1"/>
                    <a:pt x="13" y="2"/>
                    <a:pt x="13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2" name="Freeform 163"/>
            <p:cNvSpPr>
              <a:spLocks/>
            </p:cNvSpPr>
            <p:nvPr/>
          </p:nvSpPr>
          <p:spPr bwMode="auto">
            <a:xfrm>
              <a:off x="5490635" y="3983126"/>
              <a:ext cx="23651" cy="9739"/>
            </a:xfrm>
            <a:custGeom>
              <a:avLst/>
              <a:gdLst>
                <a:gd name="T0" fmla="*/ 3 w 7"/>
                <a:gd name="T1" fmla="*/ 3 h 3"/>
                <a:gd name="T2" fmla="*/ 7 w 7"/>
                <a:gd name="T3" fmla="*/ 0 h 3"/>
                <a:gd name="T4" fmla="*/ 0 w 7"/>
                <a:gd name="T5" fmla="*/ 2 h 3"/>
                <a:gd name="T6" fmla="*/ 3 w 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3">
                  <a:moveTo>
                    <a:pt x="3" y="3"/>
                  </a:moveTo>
                  <a:cubicBezTo>
                    <a:pt x="5" y="3"/>
                    <a:pt x="6" y="1"/>
                    <a:pt x="7" y="0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0" y="3"/>
                    <a:pt x="2" y="3"/>
                    <a:pt x="3" y="3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3" name="Freeform 164"/>
            <p:cNvSpPr>
              <a:spLocks/>
            </p:cNvSpPr>
            <p:nvPr/>
          </p:nvSpPr>
          <p:spPr bwMode="auto">
            <a:xfrm>
              <a:off x="5375164" y="2454143"/>
              <a:ext cx="43128" cy="33390"/>
            </a:xfrm>
            <a:custGeom>
              <a:avLst/>
              <a:gdLst>
                <a:gd name="T0" fmla="*/ 3 w 13"/>
                <a:gd name="T1" fmla="*/ 2 h 10"/>
                <a:gd name="T2" fmla="*/ 0 w 13"/>
                <a:gd name="T3" fmla="*/ 7 h 10"/>
                <a:gd name="T4" fmla="*/ 4 w 13"/>
                <a:gd name="T5" fmla="*/ 10 h 10"/>
                <a:gd name="T6" fmla="*/ 13 w 13"/>
                <a:gd name="T7" fmla="*/ 6 h 10"/>
                <a:gd name="T8" fmla="*/ 13 w 13"/>
                <a:gd name="T9" fmla="*/ 3 h 10"/>
                <a:gd name="T10" fmla="*/ 6 w 13"/>
                <a:gd name="T11" fmla="*/ 0 h 10"/>
                <a:gd name="T12" fmla="*/ 3 w 13"/>
                <a:gd name="T13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0">
                  <a:moveTo>
                    <a:pt x="3" y="2"/>
                  </a:moveTo>
                  <a:cubicBezTo>
                    <a:pt x="3" y="2"/>
                    <a:pt x="0" y="6"/>
                    <a:pt x="0" y="7"/>
                  </a:cubicBezTo>
                  <a:cubicBezTo>
                    <a:pt x="0" y="9"/>
                    <a:pt x="1" y="10"/>
                    <a:pt x="4" y="10"/>
                  </a:cubicBezTo>
                  <a:cubicBezTo>
                    <a:pt x="8" y="10"/>
                    <a:pt x="9" y="8"/>
                    <a:pt x="13" y="6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9" y="3"/>
                    <a:pt x="9" y="0"/>
                    <a:pt x="6" y="0"/>
                  </a:cubicBezTo>
                  <a:cubicBezTo>
                    <a:pt x="4" y="0"/>
                    <a:pt x="4" y="2"/>
                    <a:pt x="3" y="2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4" name="Freeform 165"/>
            <p:cNvSpPr>
              <a:spLocks/>
            </p:cNvSpPr>
            <p:nvPr/>
          </p:nvSpPr>
          <p:spPr bwMode="auto">
            <a:xfrm>
              <a:off x="5599150" y="2415188"/>
              <a:ext cx="36172" cy="36172"/>
            </a:xfrm>
            <a:custGeom>
              <a:avLst/>
              <a:gdLst>
                <a:gd name="T0" fmla="*/ 0 w 11"/>
                <a:gd name="T1" fmla="*/ 4 h 11"/>
                <a:gd name="T2" fmla="*/ 8 w 11"/>
                <a:gd name="T3" fmla="*/ 10 h 11"/>
                <a:gd name="T4" fmla="*/ 11 w 11"/>
                <a:gd name="T5" fmla="*/ 9 h 11"/>
                <a:gd name="T6" fmla="*/ 0 w 11"/>
                <a:gd name="T7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1">
                  <a:moveTo>
                    <a:pt x="0" y="4"/>
                  </a:moveTo>
                  <a:cubicBezTo>
                    <a:pt x="0" y="7"/>
                    <a:pt x="5" y="10"/>
                    <a:pt x="8" y="10"/>
                  </a:cubicBezTo>
                  <a:cubicBezTo>
                    <a:pt x="8" y="10"/>
                    <a:pt x="11" y="11"/>
                    <a:pt x="11" y="9"/>
                  </a:cubicBezTo>
                  <a:cubicBezTo>
                    <a:pt x="11" y="4"/>
                    <a:pt x="0" y="0"/>
                    <a:pt x="0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5" name="Freeform 166"/>
            <p:cNvSpPr>
              <a:spLocks/>
            </p:cNvSpPr>
            <p:nvPr/>
          </p:nvSpPr>
          <p:spPr bwMode="auto">
            <a:xfrm>
              <a:off x="5839830" y="2296932"/>
              <a:ext cx="31998" cy="19477"/>
            </a:xfrm>
            <a:custGeom>
              <a:avLst/>
              <a:gdLst>
                <a:gd name="T0" fmla="*/ 4 w 10"/>
                <a:gd name="T1" fmla="*/ 0 h 6"/>
                <a:gd name="T2" fmla="*/ 0 w 10"/>
                <a:gd name="T3" fmla="*/ 4 h 6"/>
                <a:gd name="T4" fmla="*/ 0 w 10"/>
                <a:gd name="T5" fmla="*/ 6 h 6"/>
                <a:gd name="T6" fmla="*/ 10 w 10"/>
                <a:gd name="T7" fmla="*/ 4 h 6"/>
                <a:gd name="T8" fmla="*/ 4 w 10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6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4" y="6"/>
                    <a:pt x="9" y="5"/>
                    <a:pt x="10" y="4"/>
                  </a:cubicBezTo>
                  <a:cubicBezTo>
                    <a:pt x="8" y="2"/>
                    <a:pt x="7" y="0"/>
                    <a:pt x="4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6" name="Freeform 167"/>
            <p:cNvSpPr>
              <a:spLocks/>
            </p:cNvSpPr>
            <p:nvPr/>
          </p:nvSpPr>
          <p:spPr bwMode="auto">
            <a:xfrm>
              <a:off x="7339562" y="2273281"/>
              <a:ext cx="69561" cy="30607"/>
            </a:xfrm>
            <a:custGeom>
              <a:avLst/>
              <a:gdLst>
                <a:gd name="T0" fmla="*/ 14 w 21"/>
                <a:gd name="T1" fmla="*/ 9 h 9"/>
                <a:gd name="T2" fmla="*/ 21 w 21"/>
                <a:gd name="T3" fmla="*/ 9 h 9"/>
                <a:gd name="T4" fmla="*/ 10 w 21"/>
                <a:gd name="T5" fmla="*/ 0 h 9"/>
                <a:gd name="T6" fmla="*/ 0 w 21"/>
                <a:gd name="T7" fmla="*/ 7 h 9"/>
                <a:gd name="T8" fmla="*/ 1 w 21"/>
                <a:gd name="T9" fmla="*/ 6 h 9"/>
                <a:gd name="T10" fmla="*/ 14 w 21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" h="9">
                  <a:moveTo>
                    <a:pt x="14" y="9"/>
                  </a:moveTo>
                  <a:cubicBezTo>
                    <a:pt x="21" y="9"/>
                    <a:pt x="21" y="9"/>
                    <a:pt x="21" y="9"/>
                  </a:cubicBezTo>
                  <a:cubicBezTo>
                    <a:pt x="21" y="5"/>
                    <a:pt x="16" y="0"/>
                    <a:pt x="10" y="0"/>
                  </a:cubicBezTo>
                  <a:cubicBezTo>
                    <a:pt x="5" y="0"/>
                    <a:pt x="2" y="3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5" y="7"/>
                    <a:pt x="10" y="5"/>
                    <a:pt x="14" y="9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7" name="Freeform 168"/>
            <p:cNvSpPr>
              <a:spLocks/>
            </p:cNvSpPr>
            <p:nvPr/>
          </p:nvSpPr>
          <p:spPr bwMode="auto">
            <a:xfrm>
              <a:off x="7471728" y="2203719"/>
              <a:ext cx="94603" cy="33390"/>
            </a:xfrm>
            <a:custGeom>
              <a:avLst/>
              <a:gdLst>
                <a:gd name="T0" fmla="*/ 19 w 29"/>
                <a:gd name="T1" fmla="*/ 10 h 10"/>
                <a:gd name="T2" fmla="*/ 29 w 29"/>
                <a:gd name="T3" fmla="*/ 7 h 10"/>
                <a:gd name="T4" fmla="*/ 27 w 29"/>
                <a:gd name="T5" fmla="*/ 4 h 10"/>
                <a:gd name="T6" fmla="*/ 0 w 29"/>
                <a:gd name="T7" fmla="*/ 0 h 10"/>
                <a:gd name="T8" fmla="*/ 3 w 29"/>
                <a:gd name="T9" fmla="*/ 2 h 10"/>
                <a:gd name="T10" fmla="*/ 19 w 29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10">
                  <a:moveTo>
                    <a:pt x="19" y="10"/>
                  </a:moveTo>
                  <a:cubicBezTo>
                    <a:pt x="23" y="10"/>
                    <a:pt x="29" y="9"/>
                    <a:pt x="29" y="7"/>
                  </a:cubicBezTo>
                  <a:cubicBezTo>
                    <a:pt x="29" y="5"/>
                    <a:pt x="28" y="4"/>
                    <a:pt x="27" y="4"/>
                  </a:cubicBezTo>
                  <a:cubicBezTo>
                    <a:pt x="26" y="4"/>
                    <a:pt x="2" y="1"/>
                    <a:pt x="0" y="0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7"/>
                    <a:pt x="13" y="10"/>
                    <a:pt x="19" y="1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8" name="Freeform 169"/>
            <p:cNvSpPr>
              <a:spLocks/>
            </p:cNvSpPr>
            <p:nvPr/>
          </p:nvSpPr>
          <p:spPr bwMode="auto">
            <a:xfrm>
              <a:off x="7336780" y="2251021"/>
              <a:ext cx="19477" cy="22260"/>
            </a:xfrm>
            <a:custGeom>
              <a:avLst/>
              <a:gdLst>
                <a:gd name="T0" fmla="*/ 6 w 6"/>
                <a:gd name="T1" fmla="*/ 4 h 7"/>
                <a:gd name="T2" fmla="*/ 0 w 6"/>
                <a:gd name="T3" fmla="*/ 4 h 7"/>
                <a:gd name="T4" fmla="*/ 3 w 6"/>
                <a:gd name="T5" fmla="*/ 7 h 7"/>
                <a:gd name="T6" fmla="*/ 6 w 6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7">
                  <a:moveTo>
                    <a:pt x="6" y="4"/>
                  </a:moveTo>
                  <a:cubicBezTo>
                    <a:pt x="6" y="1"/>
                    <a:pt x="0" y="0"/>
                    <a:pt x="0" y="4"/>
                  </a:cubicBezTo>
                  <a:cubicBezTo>
                    <a:pt x="0" y="6"/>
                    <a:pt x="0" y="7"/>
                    <a:pt x="3" y="7"/>
                  </a:cubicBezTo>
                  <a:cubicBezTo>
                    <a:pt x="4" y="7"/>
                    <a:pt x="6" y="6"/>
                    <a:pt x="6" y="4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199" name="Freeform 170"/>
            <p:cNvSpPr>
              <a:spLocks/>
            </p:cNvSpPr>
            <p:nvPr/>
          </p:nvSpPr>
          <p:spPr bwMode="auto">
            <a:xfrm>
              <a:off x="2998965" y="3089944"/>
              <a:ext cx="52866" cy="26434"/>
            </a:xfrm>
            <a:custGeom>
              <a:avLst/>
              <a:gdLst>
                <a:gd name="T0" fmla="*/ 16 w 16"/>
                <a:gd name="T1" fmla="*/ 7 h 8"/>
                <a:gd name="T2" fmla="*/ 0 w 16"/>
                <a:gd name="T3" fmla="*/ 1 h 8"/>
                <a:gd name="T4" fmla="*/ 13 w 16"/>
                <a:gd name="T5" fmla="*/ 8 h 8"/>
                <a:gd name="T6" fmla="*/ 16 w 16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8">
                  <a:moveTo>
                    <a:pt x="16" y="7"/>
                  </a:moveTo>
                  <a:cubicBezTo>
                    <a:pt x="11" y="4"/>
                    <a:pt x="7" y="0"/>
                    <a:pt x="0" y="1"/>
                  </a:cubicBezTo>
                  <a:cubicBezTo>
                    <a:pt x="3" y="3"/>
                    <a:pt x="9" y="8"/>
                    <a:pt x="13" y="8"/>
                  </a:cubicBezTo>
                  <a:cubicBezTo>
                    <a:pt x="15" y="8"/>
                    <a:pt x="16" y="8"/>
                    <a:pt x="16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200" name="Freeform 171"/>
            <p:cNvSpPr>
              <a:spLocks/>
            </p:cNvSpPr>
            <p:nvPr/>
          </p:nvSpPr>
          <p:spPr bwMode="auto">
            <a:xfrm>
              <a:off x="3003139" y="3176202"/>
              <a:ext cx="45910" cy="23651"/>
            </a:xfrm>
            <a:custGeom>
              <a:avLst/>
              <a:gdLst>
                <a:gd name="T0" fmla="*/ 1 w 14"/>
                <a:gd name="T1" fmla="*/ 0 h 7"/>
                <a:gd name="T2" fmla="*/ 0 w 14"/>
                <a:gd name="T3" fmla="*/ 1 h 7"/>
                <a:gd name="T4" fmla="*/ 11 w 14"/>
                <a:gd name="T5" fmla="*/ 7 h 7"/>
                <a:gd name="T6" fmla="*/ 14 w 14"/>
                <a:gd name="T7" fmla="*/ 5 h 7"/>
                <a:gd name="T8" fmla="*/ 14 w 14"/>
                <a:gd name="T9" fmla="*/ 3 h 7"/>
                <a:gd name="T10" fmla="*/ 6 w 14"/>
                <a:gd name="T11" fmla="*/ 3 h 7"/>
                <a:gd name="T12" fmla="*/ 1 w 14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" h="7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3"/>
                    <a:pt x="9" y="7"/>
                    <a:pt x="11" y="7"/>
                  </a:cubicBezTo>
                  <a:cubicBezTo>
                    <a:pt x="11" y="7"/>
                    <a:pt x="14" y="6"/>
                    <a:pt x="14" y="5"/>
                  </a:cubicBezTo>
                  <a:cubicBezTo>
                    <a:pt x="14" y="4"/>
                    <a:pt x="14" y="3"/>
                    <a:pt x="14" y="3"/>
                  </a:cubicBezTo>
                  <a:cubicBezTo>
                    <a:pt x="6" y="3"/>
                    <a:pt x="6" y="3"/>
                    <a:pt x="6" y="3"/>
                  </a:cubicBezTo>
                  <a:cubicBezTo>
                    <a:pt x="4" y="3"/>
                    <a:pt x="2" y="2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201" name="Freeform 172"/>
            <p:cNvSpPr>
              <a:spLocks/>
            </p:cNvSpPr>
            <p:nvPr/>
          </p:nvSpPr>
          <p:spPr bwMode="auto">
            <a:xfrm>
              <a:off x="3061570" y="3176202"/>
              <a:ext cx="26433" cy="33390"/>
            </a:xfrm>
            <a:custGeom>
              <a:avLst/>
              <a:gdLst>
                <a:gd name="T0" fmla="*/ 8 w 8"/>
                <a:gd name="T1" fmla="*/ 7 h 10"/>
                <a:gd name="T2" fmla="*/ 8 w 8"/>
                <a:gd name="T3" fmla="*/ 6 h 10"/>
                <a:gd name="T4" fmla="*/ 7 w 8"/>
                <a:gd name="T5" fmla="*/ 2 h 10"/>
                <a:gd name="T6" fmla="*/ 6 w 8"/>
                <a:gd name="T7" fmla="*/ 0 h 10"/>
                <a:gd name="T8" fmla="*/ 0 w 8"/>
                <a:gd name="T9" fmla="*/ 8 h 10"/>
                <a:gd name="T10" fmla="*/ 4 w 8"/>
                <a:gd name="T11" fmla="*/ 10 h 10"/>
                <a:gd name="T12" fmla="*/ 8 w 8"/>
                <a:gd name="T13" fmla="*/ 7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10">
                  <a:moveTo>
                    <a:pt x="8" y="7"/>
                  </a:moveTo>
                  <a:cubicBezTo>
                    <a:pt x="8" y="7"/>
                    <a:pt x="8" y="6"/>
                    <a:pt x="8" y="6"/>
                  </a:cubicBezTo>
                  <a:cubicBezTo>
                    <a:pt x="4" y="6"/>
                    <a:pt x="7" y="4"/>
                    <a:pt x="7" y="2"/>
                  </a:cubicBezTo>
                  <a:cubicBezTo>
                    <a:pt x="7" y="1"/>
                    <a:pt x="6" y="1"/>
                    <a:pt x="6" y="0"/>
                  </a:cubicBezTo>
                  <a:cubicBezTo>
                    <a:pt x="3" y="1"/>
                    <a:pt x="0" y="6"/>
                    <a:pt x="0" y="8"/>
                  </a:cubicBezTo>
                  <a:cubicBezTo>
                    <a:pt x="0" y="9"/>
                    <a:pt x="1" y="10"/>
                    <a:pt x="4" y="10"/>
                  </a:cubicBezTo>
                  <a:cubicBezTo>
                    <a:pt x="6" y="10"/>
                    <a:pt x="8" y="9"/>
                    <a:pt x="8" y="7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  <p:sp>
          <p:nvSpPr>
            <p:cNvPr id="202" name="Freeform 173"/>
            <p:cNvSpPr>
              <a:spLocks/>
            </p:cNvSpPr>
            <p:nvPr/>
          </p:nvSpPr>
          <p:spPr bwMode="auto">
            <a:xfrm>
              <a:off x="817537" y="2788043"/>
              <a:ext cx="33389" cy="15304"/>
            </a:xfrm>
            <a:custGeom>
              <a:avLst/>
              <a:gdLst>
                <a:gd name="T0" fmla="*/ 7 w 10"/>
                <a:gd name="T1" fmla="*/ 0 h 5"/>
                <a:gd name="T2" fmla="*/ 3 w 10"/>
                <a:gd name="T3" fmla="*/ 1 h 5"/>
                <a:gd name="T4" fmla="*/ 0 w 10"/>
                <a:gd name="T5" fmla="*/ 1 h 5"/>
                <a:gd name="T6" fmla="*/ 3 w 10"/>
                <a:gd name="T7" fmla="*/ 5 h 5"/>
                <a:gd name="T8" fmla="*/ 10 w 10"/>
                <a:gd name="T9" fmla="*/ 5 h 5"/>
                <a:gd name="T10" fmla="*/ 7 w 10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" h="5">
                  <a:moveTo>
                    <a:pt x="7" y="0"/>
                  </a:moveTo>
                  <a:cubicBezTo>
                    <a:pt x="5" y="0"/>
                    <a:pt x="4" y="1"/>
                    <a:pt x="3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2" y="5"/>
                    <a:pt x="3" y="5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1"/>
                    <a:pt x="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bg-BG"/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5092067" y="1066645"/>
            <a:ext cx="5261803" cy="832639"/>
            <a:chOff x="5092067" y="4698838"/>
            <a:chExt cx="5261803" cy="832639"/>
          </a:xfrm>
        </p:grpSpPr>
        <p:grpSp>
          <p:nvGrpSpPr>
            <p:cNvPr id="204" name="Group 203"/>
            <p:cNvGrpSpPr/>
            <p:nvPr/>
          </p:nvGrpSpPr>
          <p:grpSpPr>
            <a:xfrm>
              <a:off x="5190257" y="5186000"/>
              <a:ext cx="1889449" cy="345477"/>
              <a:chOff x="8543372" y="2997240"/>
              <a:chExt cx="1889449" cy="345477"/>
            </a:xfrm>
          </p:grpSpPr>
          <p:sp>
            <p:nvSpPr>
              <p:cNvPr id="218" name="Freeform 217"/>
              <p:cNvSpPr>
                <a:spLocks noChangeArrowheads="1"/>
              </p:cNvSpPr>
              <p:nvPr/>
            </p:nvSpPr>
            <p:spPr bwMode="auto">
              <a:xfrm flipH="1">
                <a:off x="8543372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9" name="Freeform 218"/>
              <p:cNvSpPr>
                <a:spLocks noChangeArrowheads="1"/>
              </p:cNvSpPr>
              <p:nvPr/>
            </p:nvSpPr>
            <p:spPr bwMode="auto">
              <a:xfrm flipH="1">
                <a:off x="8736698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0" name="Freeform 219"/>
              <p:cNvSpPr>
                <a:spLocks noChangeArrowheads="1"/>
              </p:cNvSpPr>
              <p:nvPr/>
            </p:nvSpPr>
            <p:spPr bwMode="auto">
              <a:xfrm flipH="1">
                <a:off x="8930024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1" name="Freeform 220"/>
              <p:cNvSpPr>
                <a:spLocks noChangeArrowheads="1"/>
              </p:cNvSpPr>
              <p:nvPr/>
            </p:nvSpPr>
            <p:spPr bwMode="auto">
              <a:xfrm flipH="1">
                <a:off x="9123350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2" name="Freeform 221"/>
              <p:cNvSpPr>
                <a:spLocks noChangeArrowheads="1"/>
              </p:cNvSpPr>
              <p:nvPr/>
            </p:nvSpPr>
            <p:spPr bwMode="auto">
              <a:xfrm flipH="1">
                <a:off x="9316676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3" name="Freeform 222"/>
              <p:cNvSpPr>
                <a:spLocks noChangeArrowheads="1"/>
              </p:cNvSpPr>
              <p:nvPr/>
            </p:nvSpPr>
            <p:spPr bwMode="auto">
              <a:xfrm flipH="1">
                <a:off x="9510002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4" name="Freeform 223"/>
              <p:cNvSpPr>
                <a:spLocks noChangeArrowheads="1"/>
              </p:cNvSpPr>
              <p:nvPr/>
            </p:nvSpPr>
            <p:spPr bwMode="auto">
              <a:xfrm flipH="1">
                <a:off x="9703328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5" name="Freeform 224"/>
              <p:cNvSpPr>
                <a:spLocks noChangeArrowheads="1"/>
              </p:cNvSpPr>
              <p:nvPr/>
            </p:nvSpPr>
            <p:spPr bwMode="auto">
              <a:xfrm flipH="1">
                <a:off x="9896654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6" name="Freeform 225"/>
              <p:cNvSpPr>
                <a:spLocks noChangeArrowheads="1"/>
              </p:cNvSpPr>
              <p:nvPr/>
            </p:nvSpPr>
            <p:spPr bwMode="auto">
              <a:xfrm flipH="1">
                <a:off x="10089980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27" name="Freeform 226"/>
              <p:cNvSpPr>
                <a:spLocks noChangeArrowheads="1"/>
              </p:cNvSpPr>
              <p:nvPr/>
            </p:nvSpPr>
            <p:spPr bwMode="auto">
              <a:xfrm flipH="1">
                <a:off x="10283306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</p:grpSp>
        <p:sp>
          <p:nvSpPr>
            <p:cNvPr id="205" name="TextBox 204"/>
            <p:cNvSpPr txBox="1"/>
            <p:nvPr/>
          </p:nvSpPr>
          <p:spPr>
            <a:xfrm>
              <a:off x="5092067" y="4720221"/>
              <a:ext cx="12445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Australia</a:t>
              </a:r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7675444" y="4698838"/>
              <a:ext cx="2678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Asia, Africa, Europe</a:t>
              </a:r>
            </a:p>
          </p:txBody>
        </p:sp>
        <p:grpSp>
          <p:nvGrpSpPr>
            <p:cNvPr id="207" name="Group 206"/>
            <p:cNvGrpSpPr/>
            <p:nvPr/>
          </p:nvGrpSpPr>
          <p:grpSpPr>
            <a:xfrm>
              <a:off x="7770693" y="5180503"/>
              <a:ext cx="1889449" cy="345477"/>
              <a:chOff x="8543372" y="2997240"/>
              <a:chExt cx="1889449" cy="345477"/>
            </a:xfrm>
          </p:grpSpPr>
          <p:sp>
            <p:nvSpPr>
              <p:cNvPr id="208" name="Freeform 207"/>
              <p:cNvSpPr>
                <a:spLocks noChangeArrowheads="1"/>
              </p:cNvSpPr>
              <p:nvPr/>
            </p:nvSpPr>
            <p:spPr bwMode="auto">
              <a:xfrm flipH="1">
                <a:off x="8543372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rgbClr val="43CEA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09" name="Freeform 208"/>
              <p:cNvSpPr>
                <a:spLocks noChangeArrowheads="1"/>
              </p:cNvSpPr>
              <p:nvPr/>
            </p:nvSpPr>
            <p:spPr bwMode="auto">
              <a:xfrm flipH="1">
                <a:off x="8736698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rgbClr val="43CEA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0" name="Freeform 209"/>
              <p:cNvSpPr>
                <a:spLocks noChangeArrowheads="1"/>
              </p:cNvSpPr>
              <p:nvPr/>
            </p:nvSpPr>
            <p:spPr bwMode="auto">
              <a:xfrm flipH="1">
                <a:off x="8930024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rgbClr val="43CEA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1" name="Freeform 210"/>
              <p:cNvSpPr>
                <a:spLocks noChangeArrowheads="1"/>
              </p:cNvSpPr>
              <p:nvPr/>
            </p:nvSpPr>
            <p:spPr bwMode="auto">
              <a:xfrm flipH="1">
                <a:off x="9123350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rgbClr val="43CEA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2" name="Freeform 211"/>
              <p:cNvSpPr>
                <a:spLocks noChangeArrowheads="1"/>
              </p:cNvSpPr>
              <p:nvPr/>
            </p:nvSpPr>
            <p:spPr bwMode="auto">
              <a:xfrm flipH="1">
                <a:off x="9316676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rgbClr val="43CEA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3" name="Freeform 212"/>
              <p:cNvSpPr>
                <a:spLocks noChangeArrowheads="1"/>
              </p:cNvSpPr>
              <p:nvPr/>
            </p:nvSpPr>
            <p:spPr bwMode="auto">
              <a:xfrm flipH="1">
                <a:off x="9510002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rgbClr val="43CEA2"/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4" name="Freeform 213"/>
              <p:cNvSpPr>
                <a:spLocks noChangeArrowheads="1"/>
              </p:cNvSpPr>
              <p:nvPr/>
            </p:nvSpPr>
            <p:spPr bwMode="auto">
              <a:xfrm flipH="1">
                <a:off x="9703328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5" name="Freeform 214"/>
              <p:cNvSpPr>
                <a:spLocks noChangeArrowheads="1"/>
              </p:cNvSpPr>
              <p:nvPr/>
            </p:nvSpPr>
            <p:spPr bwMode="auto">
              <a:xfrm flipH="1">
                <a:off x="9896654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6" name="Freeform 215"/>
              <p:cNvSpPr>
                <a:spLocks noChangeArrowheads="1"/>
              </p:cNvSpPr>
              <p:nvPr/>
            </p:nvSpPr>
            <p:spPr bwMode="auto">
              <a:xfrm flipH="1">
                <a:off x="10089980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  <p:sp>
            <p:nvSpPr>
              <p:cNvPr id="217" name="Freeform 216"/>
              <p:cNvSpPr>
                <a:spLocks noChangeArrowheads="1"/>
              </p:cNvSpPr>
              <p:nvPr/>
            </p:nvSpPr>
            <p:spPr bwMode="auto">
              <a:xfrm flipH="1">
                <a:off x="10283306" y="2997240"/>
                <a:ext cx="149515" cy="345477"/>
              </a:xfrm>
              <a:custGeom>
                <a:avLst/>
                <a:gdLst>
                  <a:gd name="connsiteX0" fmla="*/ 112136 w 149515"/>
                  <a:gd name="connsiteY0" fmla="*/ 62372 h 345477"/>
                  <a:gd name="connsiteX1" fmla="*/ 36311 w 149515"/>
                  <a:gd name="connsiteY1" fmla="*/ 62372 h 345477"/>
                  <a:gd name="connsiteX2" fmla="*/ 0 w 149515"/>
                  <a:gd name="connsiteY2" fmla="*/ 99207 h 345477"/>
                  <a:gd name="connsiteX3" fmla="*/ 0 w 149515"/>
                  <a:gd name="connsiteY3" fmla="*/ 185507 h 345477"/>
                  <a:gd name="connsiteX4" fmla="*/ 22427 w 149515"/>
                  <a:gd name="connsiteY4" fmla="*/ 185507 h 345477"/>
                  <a:gd name="connsiteX5" fmla="*/ 22427 w 149515"/>
                  <a:gd name="connsiteY5" fmla="*/ 101312 h 345477"/>
                  <a:gd name="connsiteX6" fmla="*/ 36311 w 149515"/>
                  <a:gd name="connsiteY6" fmla="*/ 101312 h 345477"/>
                  <a:gd name="connsiteX7" fmla="*/ 36311 w 149515"/>
                  <a:gd name="connsiteY7" fmla="*/ 329691 h 345477"/>
                  <a:gd name="connsiteX8" fmla="*/ 52330 w 149515"/>
                  <a:gd name="connsiteY8" fmla="*/ 345477 h 345477"/>
                  <a:gd name="connsiteX9" fmla="*/ 68350 w 149515"/>
                  <a:gd name="connsiteY9" fmla="*/ 329691 h 345477"/>
                  <a:gd name="connsiteX10" fmla="*/ 68350 w 149515"/>
                  <a:gd name="connsiteY10" fmla="*/ 197084 h 345477"/>
                  <a:gd name="connsiteX11" fmla="*/ 81165 w 149515"/>
                  <a:gd name="connsiteY11" fmla="*/ 197084 h 345477"/>
                  <a:gd name="connsiteX12" fmla="*/ 81165 w 149515"/>
                  <a:gd name="connsiteY12" fmla="*/ 329691 h 345477"/>
                  <a:gd name="connsiteX13" fmla="*/ 97185 w 149515"/>
                  <a:gd name="connsiteY13" fmla="*/ 345477 h 345477"/>
                  <a:gd name="connsiteX14" fmla="*/ 113204 w 149515"/>
                  <a:gd name="connsiteY14" fmla="*/ 329691 h 345477"/>
                  <a:gd name="connsiteX15" fmla="*/ 113204 w 149515"/>
                  <a:gd name="connsiteY15" fmla="*/ 101312 h 345477"/>
                  <a:gd name="connsiteX16" fmla="*/ 127088 w 149515"/>
                  <a:gd name="connsiteY16" fmla="*/ 101312 h 345477"/>
                  <a:gd name="connsiteX17" fmla="*/ 127088 w 149515"/>
                  <a:gd name="connsiteY17" fmla="*/ 185507 h 345477"/>
                  <a:gd name="connsiteX18" fmla="*/ 149515 w 149515"/>
                  <a:gd name="connsiteY18" fmla="*/ 185507 h 345477"/>
                  <a:gd name="connsiteX19" fmla="*/ 149515 w 149515"/>
                  <a:gd name="connsiteY19" fmla="*/ 100260 h 345477"/>
                  <a:gd name="connsiteX20" fmla="*/ 112136 w 149515"/>
                  <a:gd name="connsiteY20" fmla="*/ 62372 h 345477"/>
                  <a:gd name="connsiteX21" fmla="*/ 74757 w 149515"/>
                  <a:gd name="connsiteY21" fmla="*/ 0 h 345477"/>
                  <a:gd name="connsiteX22" fmla="*/ 46004 w 149515"/>
                  <a:gd name="connsiteY22" fmla="*/ 28532 h 345477"/>
                  <a:gd name="connsiteX23" fmla="*/ 74757 w 149515"/>
                  <a:gd name="connsiteY23" fmla="*/ 57064 h 345477"/>
                  <a:gd name="connsiteX24" fmla="*/ 103510 w 149515"/>
                  <a:gd name="connsiteY24" fmla="*/ 28532 h 345477"/>
                  <a:gd name="connsiteX25" fmla="*/ 74757 w 149515"/>
                  <a:gd name="connsiteY25" fmla="*/ 0 h 34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9515" h="345477">
                    <a:moveTo>
                      <a:pt x="112136" y="62372"/>
                    </a:moveTo>
                    <a:cubicBezTo>
                      <a:pt x="36311" y="62372"/>
                      <a:pt x="36311" y="62372"/>
                      <a:pt x="36311" y="62372"/>
                    </a:cubicBezTo>
                    <a:cubicBezTo>
                      <a:pt x="16019" y="62372"/>
                      <a:pt x="0" y="79211"/>
                      <a:pt x="0" y="99207"/>
                    </a:cubicBezTo>
                    <a:cubicBezTo>
                      <a:pt x="0" y="185507"/>
                      <a:pt x="0" y="185507"/>
                      <a:pt x="0" y="185507"/>
                    </a:cubicBezTo>
                    <a:cubicBezTo>
                      <a:pt x="0" y="202346"/>
                      <a:pt x="22427" y="202346"/>
                      <a:pt x="22427" y="185507"/>
                    </a:cubicBezTo>
                    <a:cubicBezTo>
                      <a:pt x="22427" y="101312"/>
                      <a:pt x="22427" y="101312"/>
                      <a:pt x="22427" y="101312"/>
                    </a:cubicBezTo>
                    <a:cubicBezTo>
                      <a:pt x="36311" y="101312"/>
                      <a:pt x="36311" y="101312"/>
                      <a:pt x="36311" y="101312"/>
                    </a:cubicBezTo>
                    <a:cubicBezTo>
                      <a:pt x="36311" y="329691"/>
                      <a:pt x="36311" y="329691"/>
                      <a:pt x="36311" y="329691"/>
                    </a:cubicBezTo>
                    <a:cubicBezTo>
                      <a:pt x="36311" y="339163"/>
                      <a:pt x="42719" y="345477"/>
                      <a:pt x="52330" y="345477"/>
                    </a:cubicBezTo>
                    <a:cubicBezTo>
                      <a:pt x="60874" y="345477"/>
                      <a:pt x="68350" y="339163"/>
                      <a:pt x="68350" y="329691"/>
                    </a:cubicBezTo>
                    <a:cubicBezTo>
                      <a:pt x="68350" y="197084"/>
                      <a:pt x="68350" y="197084"/>
                      <a:pt x="68350" y="197084"/>
                    </a:cubicBezTo>
                    <a:cubicBezTo>
                      <a:pt x="81165" y="197084"/>
                      <a:pt x="81165" y="197084"/>
                      <a:pt x="81165" y="197084"/>
                    </a:cubicBezTo>
                    <a:cubicBezTo>
                      <a:pt x="81165" y="329691"/>
                      <a:pt x="81165" y="329691"/>
                      <a:pt x="81165" y="329691"/>
                    </a:cubicBezTo>
                    <a:cubicBezTo>
                      <a:pt x="81165" y="339163"/>
                      <a:pt x="88641" y="345477"/>
                      <a:pt x="97185" y="345477"/>
                    </a:cubicBezTo>
                    <a:cubicBezTo>
                      <a:pt x="106796" y="345477"/>
                      <a:pt x="113204" y="339163"/>
                      <a:pt x="113204" y="329691"/>
                    </a:cubicBezTo>
                    <a:cubicBezTo>
                      <a:pt x="113204" y="101312"/>
                      <a:pt x="113204" y="101312"/>
                      <a:pt x="113204" y="101312"/>
                    </a:cubicBezTo>
                    <a:cubicBezTo>
                      <a:pt x="127088" y="101312"/>
                      <a:pt x="127088" y="101312"/>
                      <a:pt x="127088" y="101312"/>
                    </a:cubicBezTo>
                    <a:cubicBezTo>
                      <a:pt x="127088" y="185507"/>
                      <a:pt x="127088" y="185507"/>
                      <a:pt x="127088" y="185507"/>
                    </a:cubicBezTo>
                    <a:cubicBezTo>
                      <a:pt x="127088" y="202346"/>
                      <a:pt x="149515" y="202346"/>
                      <a:pt x="149515" y="185507"/>
                    </a:cubicBezTo>
                    <a:cubicBezTo>
                      <a:pt x="149515" y="100260"/>
                      <a:pt x="149515" y="100260"/>
                      <a:pt x="149515" y="100260"/>
                    </a:cubicBezTo>
                    <a:cubicBezTo>
                      <a:pt x="149515" y="81316"/>
                      <a:pt x="134564" y="62372"/>
                      <a:pt x="112136" y="62372"/>
                    </a:cubicBezTo>
                    <a:close/>
                    <a:moveTo>
                      <a:pt x="74757" y="0"/>
                    </a:moveTo>
                    <a:cubicBezTo>
                      <a:pt x="58877" y="0"/>
                      <a:pt x="46004" y="12774"/>
                      <a:pt x="46004" y="28532"/>
                    </a:cubicBezTo>
                    <a:cubicBezTo>
                      <a:pt x="46004" y="44290"/>
                      <a:pt x="58877" y="57064"/>
                      <a:pt x="74757" y="57064"/>
                    </a:cubicBezTo>
                    <a:cubicBezTo>
                      <a:pt x="90637" y="57064"/>
                      <a:pt x="103510" y="44290"/>
                      <a:pt x="103510" y="28532"/>
                    </a:cubicBezTo>
                    <a:cubicBezTo>
                      <a:pt x="103510" y="12774"/>
                      <a:pt x="90637" y="0"/>
                      <a:pt x="7475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x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bg-BG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592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3CEA2">
                  <a:alpha val="90000"/>
                </a:srgbClr>
              </a:gs>
              <a:gs pos="99000">
                <a:srgbClr val="185A9D">
                  <a:alpha val="70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56732" y="3102224"/>
            <a:ext cx="6129868" cy="2961184"/>
            <a:chOff x="1659466" y="2616200"/>
            <a:chExt cx="6129868" cy="2961184"/>
          </a:xfrm>
        </p:grpSpPr>
        <p:sp>
          <p:nvSpPr>
            <p:cNvPr id="3" name="TextBox 2"/>
            <p:cNvSpPr txBox="1"/>
            <p:nvPr/>
          </p:nvSpPr>
          <p:spPr>
            <a:xfrm>
              <a:off x="1659466" y="2616200"/>
              <a:ext cx="223651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01.</a:t>
              </a:r>
              <a:endParaRPr lang="en-US" sz="11500" b="1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59466" y="4290395"/>
              <a:ext cx="33330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Break</a:t>
              </a:r>
              <a:r>
                <a:rPr lang="en-US" sz="48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Slide</a:t>
              </a:r>
              <a:endParaRPr lang="en-US" sz="48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693334" y="5115719"/>
              <a:ext cx="6096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Freeform 13"/>
          <p:cNvSpPr>
            <a:spLocks noChangeArrowheads="1"/>
          </p:cNvSpPr>
          <p:nvPr/>
        </p:nvSpPr>
        <p:spPr bwMode="auto">
          <a:xfrm>
            <a:off x="1093488" y="1027926"/>
            <a:ext cx="650454" cy="90685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2090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485563">
                  <a:alpha val="89804"/>
                </a:srgbClr>
              </a:gs>
              <a:gs pos="100000">
                <a:srgbClr val="29323C">
                  <a:alpha val="90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956732" y="3102224"/>
            <a:ext cx="6129868" cy="2961184"/>
            <a:chOff x="1659466" y="2616200"/>
            <a:chExt cx="6129868" cy="2961184"/>
          </a:xfrm>
        </p:grpSpPr>
        <p:sp>
          <p:nvSpPr>
            <p:cNvPr id="13" name="TextBox 12"/>
            <p:cNvSpPr txBox="1"/>
            <p:nvPr/>
          </p:nvSpPr>
          <p:spPr>
            <a:xfrm>
              <a:off x="1659466" y="2616200"/>
              <a:ext cx="223651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02.</a:t>
              </a:r>
              <a:endParaRPr lang="en-US" sz="11500" b="1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659466" y="4290395"/>
              <a:ext cx="33330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Break</a:t>
              </a:r>
              <a:r>
                <a:rPr lang="en-US" sz="48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Slide</a:t>
              </a:r>
              <a:endParaRPr lang="en-US" sz="48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693334" y="5115719"/>
              <a:ext cx="6096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Freeform 15"/>
          <p:cNvSpPr>
            <a:spLocks noChangeArrowheads="1"/>
          </p:cNvSpPr>
          <p:nvPr/>
        </p:nvSpPr>
        <p:spPr bwMode="auto">
          <a:xfrm>
            <a:off x="1093488" y="1027926"/>
            <a:ext cx="650454" cy="90685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23422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85A9D">
                  <a:alpha val="82000"/>
                </a:srgbClr>
              </a:gs>
              <a:gs pos="100000">
                <a:srgbClr val="00D2FF">
                  <a:alpha val="90000"/>
                </a:srgb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56732" y="3102224"/>
            <a:ext cx="6129868" cy="2961184"/>
            <a:chOff x="1659466" y="2616200"/>
            <a:chExt cx="6129868" cy="2961184"/>
          </a:xfrm>
        </p:grpSpPr>
        <p:sp>
          <p:nvSpPr>
            <p:cNvPr id="6" name="TextBox 5"/>
            <p:cNvSpPr txBox="1"/>
            <p:nvPr/>
          </p:nvSpPr>
          <p:spPr>
            <a:xfrm>
              <a:off x="1659466" y="2616200"/>
              <a:ext cx="223651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03.</a:t>
              </a:r>
              <a:endParaRPr lang="en-US" sz="11500" b="1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59466" y="4290395"/>
              <a:ext cx="33330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Break</a:t>
              </a:r>
              <a:r>
                <a:rPr lang="en-US" sz="48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Slide</a:t>
              </a:r>
              <a:endParaRPr lang="en-US" sz="48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3334" y="5115719"/>
              <a:ext cx="6096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1093488" y="1027926"/>
            <a:ext cx="650454" cy="90685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73598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9323C">
                  <a:alpha val="90000"/>
                </a:srgbClr>
              </a:gs>
              <a:gs pos="50000">
                <a:srgbClr val="21466D">
                  <a:alpha val="91000"/>
                </a:srgbClr>
              </a:gs>
              <a:gs pos="100000">
                <a:srgbClr val="185A9D">
                  <a:alpha val="81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56732" y="3102224"/>
            <a:ext cx="6129868" cy="2961184"/>
            <a:chOff x="1659466" y="2616200"/>
            <a:chExt cx="6129868" cy="2961184"/>
          </a:xfrm>
        </p:grpSpPr>
        <p:sp>
          <p:nvSpPr>
            <p:cNvPr id="6" name="TextBox 5"/>
            <p:cNvSpPr txBox="1"/>
            <p:nvPr/>
          </p:nvSpPr>
          <p:spPr>
            <a:xfrm>
              <a:off x="1659466" y="2616200"/>
              <a:ext cx="223651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04.</a:t>
              </a:r>
              <a:endParaRPr lang="en-US" sz="11500" b="1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59466" y="4290395"/>
              <a:ext cx="33330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Break</a:t>
              </a:r>
              <a:r>
                <a:rPr lang="en-US" sz="48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Slide</a:t>
              </a:r>
              <a:endParaRPr lang="en-US" sz="48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3334" y="5115719"/>
              <a:ext cx="6096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1093488" y="1027926"/>
            <a:ext cx="650454" cy="90685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37984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3001B">
                  <a:lumMod val="97000"/>
                  <a:lumOff val="3000"/>
                  <a:alpha val="95000"/>
                </a:srgbClr>
              </a:gs>
              <a:gs pos="100000">
                <a:srgbClr val="FF0084">
                  <a:alpha val="59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56732" y="3102224"/>
            <a:ext cx="6129868" cy="2961184"/>
            <a:chOff x="1659466" y="2616200"/>
            <a:chExt cx="6129868" cy="2961184"/>
          </a:xfrm>
        </p:grpSpPr>
        <p:sp>
          <p:nvSpPr>
            <p:cNvPr id="6" name="TextBox 5"/>
            <p:cNvSpPr txBox="1"/>
            <p:nvPr/>
          </p:nvSpPr>
          <p:spPr>
            <a:xfrm>
              <a:off x="1659466" y="2616200"/>
              <a:ext cx="223651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05.</a:t>
              </a:r>
              <a:endParaRPr lang="en-US" sz="11500" b="1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59466" y="4290395"/>
              <a:ext cx="33330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Break</a:t>
              </a:r>
              <a:r>
                <a:rPr lang="en-US" sz="48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Slide</a:t>
              </a:r>
              <a:endParaRPr lang="en-US" sz="48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3334" y="5115719"/>
              <a:ext cx="6096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1093488" y="1027926"/>
            <a:ext cx="650454" cy="90685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95489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9323C">
                  <a:alpha val="71000"/>
                  <a:lumMod val="35000"/>
                </a:srgbClr>
              </a:gs>
              <a:gs pos="100000">
                <a:srgbClr val="3A7BD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56732" y="3102224"/>
            <a:ext cx="6129868" cy="2961184"/>
            <a:chOff x="1659466" y="2616200"/>
            <a:chExt cx="6129868" cy="2961184"/>
          </a:xfrm>
        </p:grpSpPr>
        <p:sp>
          <p:nvSpPr>
            <p:cNvPr id="6" name="TextBox 5"/>
            <p:cNvSpPr txBox="1"/>
            <p:nvPr/>
          </p:nvSpPr>
          <p:spPr>
            <a:xfrm>
              <a:off x="1659466" y="2616200"/>
              <a:ext cx="2236510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5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06.</a:t>
              </a:r>
              <a:endParaRPr lang="en-US" sz="11500" b="1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59466" y="4290395"/>
              <a:ext cx="333309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b="1" dirty="0" smtClean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Break</a:t>
              </a:r>
              <a:r>
                <a:rPr lang="en-US" sz="4800" dirty="0" smtClean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Slide</a:t>
              </a:r>
              <a:endParaRPr lang="en-US" sz="4800" dirty="0">
                <a:solidFill>
                  <a:schemeClr val="bg1"/>
                </a:solidFill>
                <a:latin typeface="Helvetica Neue Thin" charset="0"/>
                <a:ea typeface="Helvetica Neue Thin" charset="0"/>
                <a:cs typeface="Helvetica Neue Thin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93334" y="5115719"/>
              <a:ext cx="6096000" cy="4616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Helvetica Neue Medium" charset="0"/>
                  <a:ea typeface="Helvetica Neue Medium" charset="0"/>
                  <a:cs typeface="Helvetica Neue Medium" charset="0"/>
                </a:rPr>
                <a:t>Far far away, </a:t>
              </a:r>
              <a:r>
                <a:rPr lang="en-US" sz="120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behind the word mountains, far from the countries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Vokalia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 and </a:t>
              </a:r>
              <a:r>
                <a:rPr lang="en-US" sz="1200" dirty="0" err="1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Consonantia</a:t>
              </a:r>
              <a:r>
                <a:rPr lang="en-US" sz="1200" dirty="0">
                  <a:solidFill>
                    <a:schemeClr val="bg1"/>
                  </a:solidFill>
                  <a:latin typeface="Helvetica Neue Thin" charset="0"/>
                  <a:ea typeface="Helvetica Neue Thin" charset="0"/>
                  <a:cs typeface="Helvetica Neue Thin" charset="0"/>
                </a:rPr>
                <a:t>, there live the blind texts. 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Freeform 8"/>
          <p:cNvSpPr>
            <a:spLocks noChangeArrowheads="1"/>
          </p:cNvSpPr>
          <p:nvPr/>
        </p:nvSpPr>
        <p:spPr bwMode="auto">
          <a:xfrm>
            <a:off x="1093488" y="1027926"/>
            <a:ext cx="650454" cy="906856"/>
          </a:xfrm>
          <a:custGeom>
            <a:avLst/>
            <a:gdLst>
              <a:gd name="T0" fmla="*/ 371 w 9710"/>
              <a:gd name="T1" fmla="*/ 891 h 13538"/>
              <a:gd name="T2" fmla="*/ 371 w 9710"/>
              <a:gd name="T3" fmla="*/ 18 h 13538"/>
              <a:gd name="T4" fmla="*/ 0 w 9710"/>
              <a:gd name="T5" fmla="*/ 8312 h 13538"/>
              <a:gd name="T6" fmla="*/ 44 w 9710"/>
              <a:gd name="T7" fmla="*/ 9266 h 13538"/>
              <a:gd name="T8" fmla="*/ 177 w 9710"/>
              <a:gd name="T9" fmla="*/ 10122 h 13538"/>
              <a:gd name="T10" fmla="*/ 388 w 9710"/>
              <a:gd name="T11" fmla="*/ 10881 h 13538"/>
              <a:gd name="T12" fmla="*/ 697 w 9710"/>
              <a:gd name="T13" fmla="*/ 11534 h 13538"/>
              <a:gd name="T14" fmla="*/ 1095 w 9710"/>
              <a:gd name="T15" fmla="*/ 12098 h 13538"/>
              <a:gd name="T16" fmla="*/ 1404 w 9710"/>
              <a:gd name="T17" fmla="*/ 12416 h 13538"/>
              <a:gd name="T18" fmla="*/ 1933 w 9710"/>
              <a:gd name="T19" fmla="*/ 12822 h 13538"/>
              <a:gd name="T20" fmla="*/ 2542 w 9710"/>
              <a:gd name="T21" fmla="*/ 13131 h 13538"/>
              <a:gd name="T22" fmla="*/ 3231 w 9710"/>
              <a:gd name="T23" fmla="*/ 13360 h 13538"/>
              <a:gd name="T24" fmla="*/ 4008 w 9710"/>
              <a:gd name="T25" fmla="*/ 13493 h 13538"/>
              <a:gd name="T26" fmla="*/ 4855 w 9710"/>
              <a:gd name="T27" fmla="*/ 13537 h 13538"/>
              <a:gd name="T28" fmla="*/ 5428 w 9710"/>
              <a:gd name="T29" fmla="*/ 13519 h 13538"/>
              <a:gd name="T30" fmla="*/ 6222 w 9710"/>
              <a:gd name="T31" fmla="*/ 13413 h 13538"/>
              <a:gd name="T32" fmla="*/ 6937 w 9710"/>
              <a:gd name="T33" fmla="*/ 13219 h 13538"/>
              <a:gd name="T34" fmla="*/ 7582 w 9710"/>
              <a:gd name="T35" fmla="*/ 12937 h 13538"/>
              <a:gd name="T36" fmla="*/ 8138 w 9710"/>
              <a:gd name="T37" fmla="*/ 12557 h 13538"/>
              <a:gd name="T38" fmla="*/ 8464 w 9710"/>
              <a:gd name="T39" fmla="*/ 12257 h 13538"/>
              <a:gd name="T40" fmla="*/ 8888 w 9710"/>
              <a:gd name="T41" fmla="*/ 11737 h 13538"/>
              <a:gd name="T42" fmla="*/ 9224 w 9710"/>
              <a:gd name="T43" fmla="*/ 11110 h 13538"/>
              <a:gd name="T44" fmla="*/ 9471 w 9710"/>
              <a:gd name="T45" fmla="*/ 10386 h 13538"/>
              <a:gd name="T46" fmla="*/ 9630 w 9710"/>
              <a:gd name="T47" fmla="*/ 9566 h 13538"/>
              <a:gd name="T48" fmla="*/ 9700 w 9710"/>
              <a:gd name="T49" fmla="*/ 8648 h 13538"/>
              <a:gd name="T50" fmla="*/ 9338 w 9710"/>
              <a:gd name="T51" fmla="*/ 0 h 13538"/>
              <a:gd name="T52" fmla="*/ 7493 w 9710"/>
              <a:gd name="T53" fmla="*/ 6945 h 13538"/>
              <a:gd name="T54" fmla="*/ 6496 w 9710"/>
              <a:gd name="T55" fmla="*/ 12557 h 13538"/>
              <a:gd name="T56" fmla="*/ 468 w 9710"/>
              <a:gd name="T57" fmla="*/ 7395 h 13538"/>
              <a:gd name="T58" fmla="*/ 9338 w 9710"/>
              <a:gd name="T59" fmla="*/ 1897 h 13538"/>
              <a:gd name="T60" fmla="*/ 9338 w 9710"/>
              <a:gd name="T61" fmla="*/ 1897 h 13538"/>
              <a:gd name="T62" fmla="*/ 1333 w 9710"/>
              <a:gd name="T63" fmla="*/ 11790 h 13538"/>
              <a:gd name="T64" fmla="*/ 989 w 9710"/>
              <a:gd name="T65" fmla="*/ 11251 h 13538"/>
              <a:gd name="T66" fmla="*/ 715 w 9710"/>
              <a:gd name="T67" fmla="*/ 10642 h 13538"/>
              <a:gd name="T68" fmla="*/ 521 w 9710"/>
              <a:gd name="T69" fmla="*/ 9945 h 13538"/>
              <a:gd name="T70" fmla="*/ 406 w 9710"/>
              <a:gd name="T71" fmla="*/ 9168 h 13538"/>
              <a:gd name="T72" fmla="*/ 371 w 9710"/>
              <a:gd name="T73" fmla="*/ 8312 h 13538"/>
              <a:gd name="T74" fmla="*/ 6205 w 9710"/>
              <a:gd name="T75" fmla="*/ 13052 h 13538"/>
              <a:gd name="T76" fmla="*/ 5216 w 9710"/>
              <a:gd name="T77" fmla="*/ 13175 h 13538"/>
              <a:gd name="T78" fmla="*/ 4573 w 9710"/>
              <a:gd name="T79" fmla="*/ 13184 h 13538"/>
              <a:gd name="T80" fmla="*/ 3778 w 9710"/>
              <a:gd name="T81" fmla="*/ 13113 h 13538"/>
              <a:gd name="T82" fmla="*/ 3072 w 9710"/>
              <a:gd name="T83" fmla="*/ 12946 h 13538"/>
              <a:gd name="T84" fmla="*/ 2454 w 9710"/>
              <a:gd name="T85" fmla="*/ 12699 h 13538"/>
              <a:gd name="T86" fmla="*/ 1916 w 9710"/>
              <a:gd name="T87" fmla="*/ 12372 h 13538"/>
              <a:gd name="T88" fmla="*/ 1465 w 9710"/>
              <a:gd name="T89" fmla="*/ 11948 h 13538"/>
              <a:gd name="T90" fmla="*/ 8102 w 9710"/>
              <a:gd name="T91" fmla="*/ 12098 h 13538"/>
              <a:gd name="T92" fmla="*/ 7608 w 9710"/>
              <a:gd name="T93" fmla="*/ 12496 h 13538"/>
              <a:gd name="T94" fmla="*/ 7026 w 9710"/>
              <a:gd name="T95" fmla="*/ 12805 h 13538"/>
              <a:gd name="T96" fmla="*/ 9338 w 9710"/>
              <a:gd name="T97" fmla="*/ 8030 h 13538"/>
              <a:gd name="T98" fmla="*/ 9329 w 9710"/>
              <a:gd name="T99" fmla="*/ 8612 h 13538"/>
              <a:gd name="T100" fmla="*/ 9268 w 9710"/>
              <a:gd name="T101" fmla="*/ 9442 h 13538"/>
              <a:gd name="T102" fmla="*/ 9126 w 9710"/>
              <a:gd name="T103" fmla="*/ 10183 h 13538"/>
              <a:gd name="T104" fmla="*/ 8906 w 9710"/>
              <a:gd name="T105" fmla="*/ 10854 h 13538"/>
              <a:gd name="T106" fmla="*/ 8614 w 9710"/>
              <a:gd name="T107" fmla="*/ 11437 h 13538"/>
              <a:gd name="T108" fmla="*/ 8244 w 9710"/>
              <a:gd name="T109" fmla="*/ 11948 h 135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9710" h="13538">
                <a:moveTo>
                  <a:pt x="9338" y="0"/>
                </a:moveTo>
                <a:lnTo>
                  <a:pt x="371" y="6997"/>
                </a:lnTo>
                <a:lnTo>
                  <a:pt x="371" y="891"/>
                </a:lnTo>
                <a:lnTo>
                  <a:pt x="2383" y="5066"/>
                </a:lnTo>
                <a:lnTo>
                  <a:pt x="2683" y="4827"/>
                </a:lnTo>
                <a:lnTo>
                  <a:pt x="371" y="18"/>
                </a:lnTo>
                <a:lnTo>
                  <a:pt x="0" y="18"/>
                </a:lnTo>
                <a:lnTo>
                  <a:pt x="0" y="8312"/>
                </a:lnTo>
                <a:lnTo>
                  <a:pt x="0" y="8312"/>
                </a:lnTo>
                <a:lnTo>
                  <a:pt x="9" y="8648"/>
                </a:lnTo>
                <a:lnTo>
                  <a:pt x="18" y="8965"/>
                </a:lnTo>
                <a:lnTo>
                  <a:pt x="44" y="9266"/>
                </a:lnTo>
                <a:lnTo>
                  <a:pt x="79" y="9566"/>
                </a:lnTo>
                <a:lnTo>
                  <a:pt x="124" y="9848"/>
                </a:lnTo>
                <a:lnTo>
                  <a:pt x="177" y="10122"/>
                </a:lnTo>
                <a:lnTo>
                  <a:pt x="238" y="10386"/>
                </a:lnTo>
                <a:lnTo>
                  <a:pt x="309" y="10633"/>
                </a:lnTo>
                <a:lnTo>
                  <a:pt x="388" y="10881"/>
                </a:lnTo>
                <a:lnTo>
                  <a:pt x="486" y="11110"/>
                </a:lnTo>
                <a:lnTo>
                  <a:pt x="583" y="11331"/>
                </a:lnTo>
                <a:lnTo>
                  <a:pt x="697" y="11534"/>
                </a:lnTo>
                <a:lnTo>
                  <a:pt x="821" y="11737"/>
                </a:lnTo>
                <a:lnTo>
                  <a:pt x="953" y="11922"/>
                </a:lnTo>
                <a:lnTo>
                  <a:pt x="1095" y="12098"/>
                </a:lnTo>
                <a:lnTo>
                  <a:pt x="1245" y="12257"/>
                </a:lnTo>
                <a:lnTo>
                  <a:pt x="1245" y="12257"/>
                </a:lnTo>
                <a:lnTo>
                  <a:pt x="1404" y="12416"/>
                </a:lnTo>
                <a:lnTo>
                  <a:pt x="1571" y="12557"/>
                </a:lnTo>
                <a:lnTo>
                  <a:pt x="1748" y="12699"/>
                </a:lnTo>
                <a:lnTo>
                  <a:pt x="1933" y="12822"/>
                </a:lnTo>
                <a:lnTo>
                  <a:pt x="2127" y="12937"/>
                </a:lnTo>
                <a:lnTo>
                  <a:pt x="2330" y="13043"/>
                </a:lnTo>
                <a:lnTo>
                  <a:pt x="2542" y="13131"/>
                </a:lnTo>
                <a:lnTo>
                  <a:pt x="2763" y="13219"/>
                </a:lnTo>
                <a:lnTo>
                  <a:pt x="2992" y="13299"/>
                </a:lnTo>
                <a:lnTo>
                  <a:pt x="3231" y="13360"/>
                </a:lnTo>
                <a:lnTo>
                  <a:pt x="3478" y="13413"/>
                </a:lnTo>
                <a:lnTo>
                  <a:pt x="3743" y="13458"/>
                </a:lnTo>
                <a:lnTo>
                  <a:pt x="4008" y="13493"/>
                </a:lnTo>
                <a:lnTo>
                  <a:pt x="4281" y="13519"/>
                </a:lnTo>
                <a:lnTo>
                  <a:pt x="4564" y="13537"/>
                </a:lnTo>
                <a:lnTo>
                  <a:pt x="4855" y="13537"/>
                </a:lnTo>
                <a:lnTo>
                  <a:pt x="4855" y="13537"/>
                </a:lnTo>
                <a:lnTo>
                  <a:pt x="5145" y="13537"/>
                </a:lnTo>
                <a:lnTo>
                  <a:pt x="5428" y="13519"/>
                </a:lnTo>
                <a:lnTo>
                  <a:pt x="5701" y="13493"/>
                </a:lnTo>
                <a:lnTo>
                  <a:pt x="5966" y="13458"/>
                </a:lnTo>
                <a:lnTo>
                  <a:pt x="6222" y="13413"/>
                </a:lnTo>
                <a:lnTo>
                  <a:pt x="6469" y="13360"/>
                </a:lnTo>
                <a:lnTo>
                  <a:pt x="6708" y="13299"/>
                </a:lnTo>
                <a:lnTo>
                  <a:pt x="6937" y="13219"/>
                </a:lnTo>
                <a:lnTo>
                  <a:pt x="7167" y="13131"/>
                </a:lnTo>
                <a:lnTo>
                  <a:pt x="7379" y="13043"/>
                </a:lnTo>
                <a:lnTo>
                  <a:pt x="7582" y="12937"/>
                </a:lnTo>
                <a:lnTo>
                  <a:pt x="7776" y="12822"/>
                </a:lnTo>
                <a:lnTo>
                  <a:pt x="7961" y="12699"/>
                </a:lnTo>
                <a:lnTo>
                  <a:pt x="8138" y="12557"/>
                </a:lnTo>
                <a:lnTo>
                  <a:pt x="8305" y="12416"/>
                </a:lnTo>
                <a:lnTo>
                  <a:pt x="8464" y="12257"/>
                </a:lnTo>
                <a:lnTo>
                  <a:pt x="8464" y="12257"/>
                </a:lnTo>
                <a:lnTo>
                  <a:pt x="8614" y="12098"/>
                </a:lnTo>
                <a:lnTo>
                  <a:pt x="8756" y="11922"/>
                </a:lnTo>
                <a:lnTo>
                  <a:pt x="8888" y="11737"/>
                </a:lnTo>
                <a:lnTo>
                  <a:pt x="9012" y="11534"/>
                </a:lnTo>
                <a:lnTo>
                  <a:pt x="9118" y="11331"/>
                </a:lnTo>
                <a:lnTo>
                  <a:pt x="9224" y="11110"/>
                </a:lnTo>
                <a:lnTo>
                  <a:pt x="9312" y="10881"/>
                </a:lnTo>
                <a:lnTo>
                  <a:pt x="9400" y="10633"/>
                </a:lnTo>
                <a:lnTo>
                  <a:pt x="9471" y="10386"/>
                </a:lnTo>
                <a:lnTo>
                  <a:pt x="9532" y="10122"/>
                </a:lnTo>
                <a:lnTo>
                  <a:pt x="9585" y="9848"/>
                </a:lnTo>
                <a:lnTo>
                  <a:pt x="9630" y="9566"/>
                </a:lnTo>
                <a:lnTo>
                  <a:pt x="9665" y="9266"/>
                </a:lnTo>
                <a:lnTo>
                  <a:pt x="9691" y="8965"/>
                </a:lnTo>
                <a:lnTo>
                  <a:pt x="9700" y="8648"/>
                </a:lnTo>
                <a:lnTo>
                  <a:pt x="9709" y="8312"/>
                </a:lnTo>
                <a:lnTo>
                  <a:pt x="9709" y="0"/>
                </a:lnTo>
                <a:lnTo>
                  <a:pt x="9338" y="0"/>
                </a:lnTo>
                <a:close/>
                <a:moveTo>
                  <a:pt x="3134" y="5728"/>
                </a:moveTo>
                <a:lnTo>
                  <a:pt x="7396" y="7315"/>
                </a:lnTo>
                <a:lnTo>
                  <a:pt x="7493" y="6945"/>
                </a:lnTo>
                <a:lnTo>
                  <a:pt x="3125" y="5322"/>
                </a:lnTo>
                <a:lnTo>
                  <a:pt x="9259" y="538"/>
                </a:lnTo>
                <a:lnTo>
                  <a:pt x="6496" y="12557"/>
                </a:lnTo>
                <a:lnTo>
                  <a:pt x="3134" y="5728"/>
                </a:lnTo>
                <a:close/>
                <a:moveTo>
                  <a:pt x="5957" y="12328"/>
                </a:moveTo>
                <a:lnTo>
                  <a:pt x="468" y="7395"/>
                </a:lnTo>
                <a:lnTo>
                  <a:pt x="2683" y="5675"/>
                </a:lnTo>
                <a:lnTo>
                  <a:pt x="5957" y="12328"/>
                </a:lnTo>
                <a:close/>
                <a:moveTo>
                  <a:pt x="9338" y="1897"/>
                </a:moveTo>
                <a:lnTo>
                  <a:pt x="9338" y="7624"/>
                </a:lnTo>
                <a:lnTo>
                  <a:pt x="8120" y="7174"/>
                </a:lnTo>
                <a:lnTo>
                  <a:pt x="9338" y="1897"/>
                </a:lnTo>
                <a:close/>
                <a:moveTo>
                  <a:pt x="1465" y="11948"/>
                </a:moveTo>
                <a:lnTo>
                  <a:pt x="1465" y="11948"/>
                </a:lnTo>
                <a:lnTo>
                  <a:pt x="1333" y="11790"/>
                </a:lnTo>
                <a:lnTo>
                  <a:pt x="1209" y="11622"/>
                </a:lnTo>
                <a:lnTo>
                  <a:pt x="1095" y="11437"/>
                </a:lnTo>
                <a:lnTo>
                  <a:pt x="989" y="11251"/>
                </a:lnTo>
                <a:lnTo>
                  <a:pt x="883" y="11057"/>
                </a:lnTo>
                <a:lnTo>
                  <a:pt x="794" y="10854"/>
                </a:lnTo>
                <a:lnTo>
                  <a:pt x="715" y="10642"/>
                </a:lnTo>
                <a:lnTo>
                  <a:pt x="644" y="10422"/>
                </a:lnTo>
                <a:lnTo>
                  <a:pt x="583" y="10183"/>
                </a:lnTo>
                <a:lnTo>
                  <a:pt x="521" y="9945"/>
                </a:lnTo>
                <a:lnTo>
                  <a:pt x="477" y="9698"/>
                </a:lnTo>
                <a:lnTo>
                  <a:pt x="441" y="9442"/>
                </a:lnTo>
                <a:lnTo>
                  <a:pt x="406" y="9168"/>
                </a:lnTo>
                <a:lnTo>
                  <a:pt x="388" y="8895"/>
                </a:lnTo>
                <a:lnTo>
                  <a:pt x="371" y="8612"/>
                </a:lnTo>
                <a:lnTo>
                  <a:pt x="371" y="8312"/>
                </a:lnTo>
                <a:lnTo>
                  <a:pt x="371" y="7818"/>
                </a:lnTo>
                <a:lnTo>
                  <a:pt x="6205" y="13052"/>
                </a:lnTo>
                <a:lnTo>
                  <a:pt x="6205" y="13052"/>
                </a:lnTo>
                <a:lnTo>
                  <a:pt x="5887" y="13113"/>
                </a:lnTo>
                <a:lnTo>
                  <a:pt x="5560" y="13149"/>
                </a:lnTo>
                <a:lnTo>
                  <a:pt x="5216" y="13175"/>
                </a:lnTo>
                <a:lnTo>
                  <a:pt x="4855" y="13184"/>
                </a:lnTo>
                <a:lnTo>
                  <a:pt x="4855" y="13184"/>
                </a:lnTo>
                <a:lnTo>
                  <a:pt x="4573" y="13184"/>
                </a:lnTo>
                <a:lnTo>
                  <a:pt x="4299" y="13166"/>
                </a:lnTo>
                <a:lnTo>
                  <a:pt x="4034" y="13140"/>
                </a:lnTo>
                <a:lnTo>
                  <a:pt x="3778" y="13113"/>
                </a:lnTo>
                <a:lnTo>
                  <a:pt x="3531" y="13069"/>
                </a:lnTo>
                <a:lnTo>
                  <a:pt x="3301" y="13016"/>
                </a:lnTo>
                <a:lnTo>
                  <a:pt x="3072" y="12946"/>
                </a:lnTo>
                <a:lnTo>
                  <a:pt x="2860" y="12875"/>
                </a:lnTo>
                <a:lnTo>
                  <a:pt x="2648" y="12796"/>
                </a:lnTo>
                <a:lnTo>
                  <a:pt x="2454" y="12699"/>
                </a:lnTo>
                <a:lnTo>
                  <a:pt x="2260" y="12602"/>
                </a:lnTo>
                <a:lnTo>
                  <a:pt x="2083" y="12487"/>
                </a:lnTo>
                <a:lnTo>
                  <a:pt x="1916" y="12372"/>
                </a:lnTo>
                <a:lnTo>
                  <a:pt x="1757" y="12240"/>
                </a:lnTo>
                <a:lnTo>
                  <a:pt x="1607" y="12098"/>
                </a:lnTo>
                <a:lnTo>
                  <a:pt x="1465" y="11948"/>
                </a:lnTo>
                <a:close/>
                <a:moveTo>
                  <a:pt x="8244" y="11948"/>
                </a:moveTo>
                <a:lnTo>
                  <a:pt x="8244" y="11948"/>
                </a:lnTo>
                <a:lnTo>
                  <a:pt x="8102" y="12098"/>
                </a:lnTo>
                <a:lnTo>
                  <a:pt x="7944" y="12240"/>
                </a:lnTo>
                <a:lnTo>
                  <a:pt x="7776" y="12372"/>
                </a:lnTo>
                <a:lnTo>
                  <a:pt x="7608" y="12496"/>
                </a:lnTo>
                <a:lnTo>
                  <a:pt x="7423" y="12610"/>
                </a:lnTo>
                <a:lnTo>
                  <a:pt x="7229" y="12716"/>
                </a:lnTo>
                <a:lnTo>
                  <a:pt x="7026" y="12805"/>
                </a:lnTo>
                <a:lnTo>
                  <a:pt x="6814" y="12893"/>
                </a:lnTo>
                <a:lnTo>
                  <a:pt x="8041" y="7545"/>
                </a:lnTo>
                <a:lnTo>
                  <a:pt x="9338" y="8030"/>
                </a:lnTo>
                <a:lnTo>
                  <a:pt x="9338" y="8312"/>
                </a:lnTo>
                <a:lnTo>
                  <a:pt x="9338" y="8312"/>
                </a:lnTo>
                <a:lnTo>
                  <a:pt x="9329" y="8612"/>
                </a:lnTo>
                <a:lnTo>
                  <a:pt x="9321" y="8895"/>
                </a:lnTo>
                <a:lnTo>
                  <a:pt x="9294" y="9168"/>
                </a:lnTo>
                <a:lnTo>
                  <a:pt x="9268" y="9442"/>
                </a:lnTo>
                <a:lnTo>
                  <a:pt x="9232" y="9698"/>
                </a:lnTo>
                <a:lnTo>
                  <a:pt x="9179" y="9945"/>
                </a:lnTo>
                <a:lnTo>
                  <a:pt x="9126" y="10183"/>
                </a:lnTo>
                <a:lnTo>
                  <a:pt x="9065" y="10422"/>
                </a:lnTo>
                <a:lnTo>
                  <a:pt x="8994" y="10642"/>
                </a:lnTo>
                <a:lnTo>
                  <a:pt x="8906" y="10854"/>
                </a:lnTo>
                <a:lnTo>
                  <a:pt x="8817" y="11057"/>
                </a:lnTo>
                <a:lnTo>
                  <a:pt x="8720" y="11251"/>
                </a:lnTo>
                <a:lnTo>
                  <a:pt x="8614" y="11437"/>
                </a:lnTo>
                <a:lnTo>
                  <a:pt x="8500" y="11622"/>
                </a:lnTo>
                <a:lnTo>
                  <a:pt x="8376" y="11790"/>
                </a:lnTo>
                <a:lnTo>
                  <a:pt x="8244" y="119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17255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2088</TotalTime>
  <Words>3194</Words>
  <Application>Microsoft Macintosh PowerPoint</Application>
  <PresentationFormat>Widescreen</PresentationFormat>
  <Paragraphs>441</Paragraphs>
  <Slides>60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2" baseType="lpstr">
      <vt:lpstr>Calibri</vt:lpstr>
      <vt:lpstr>et-line</vt:lpstr>
      <vt:lpstr>Helvetica Neue</vt:lpstr>
      <vt:lpstr>Helvetica Neue Medium</vt:lpstr>
      <vt:lpstr>Helvetica Neue Thin</vt:lpstr>
      <vt:lpstr>Helvetica Neue UltraLight</vt:lpstr>
      <vt:lpstr>Ostrich Sans Medium</vt:lpstr>
      <vt:lpstr>Roboto Light</vt:lpstr>
      <vt:lpstr>Roboto Thin</vt:lpstr>
      <vt:lpstr>Signerica Fat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137</cp:revision>
  <dcterms:created xsi:type="dcterms:W3CDTF">2016-03-14T01:57:20Z</dcterms:created>
  <dcterms:modified xsi:type="dcterms:W3CDTF">2016-03-19T07:14:23Z</dcterms:modified>
</cp:coreProperties>
</file>